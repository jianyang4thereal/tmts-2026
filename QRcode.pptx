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60" r:id="rId4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32C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607" autoAdjust="0"/>
    <p:restoredTop sz="96357" autoAdjust="0"/>
  </p:normalViewPr>
  <p:slideViewPr>
    <p:cSldViewPr snapToGrid="0">
      <p:cViewPr>
        <p:scale>
          <a:sx n="100" d="100"/>
          <a:sy n="100" d="100"/>
        </p:scale>
        <p:origin x="1574" y="-23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C4713-07A0-4EB5-9F3E-7F34E9D0365E}" type="datetimeFigureOut">
              <a:rPr lang="zh-TW" altLang="en-US" smtClean="0"/>
              <a:t>2026/3/23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85C6F-E8CB-4111-BD69-9B845E8159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836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C4713-07A0-4EB5-9F3E-7F34E9D0365E}" type="datetimeFigureOut">
              <a:rPr lang="zh-TW" altLang="en-US" smtClean="0"/>
              <a:t>2026/3/23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85C6F-E8CB-4111-BD69-9B845E8159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0780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C4713-07A0-4EB5-9F3E-7F34E9D0365E}" type="datetimeFigureOut">
              <a:rPr lang="zh-TW" altLang="en-US" smtClean="0"/>
              <a:t>2026/3/23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85C6F-E8CB-4111-BD69-9B845E8159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9896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C4713-07A0-4EB5-9F3E-7F34E9D0365E}" type="datetimeFigureOut">
              <a:rPr lang="zh-TW" altLang="en-US" smtClean="0"/>
              <a:t>2026/3/23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85C6F-E8CB-4111-BD69-9B845E8159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8386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C4713-07A0-4EB5-9F3E-7F34E9D0365E}" type="datetimeFigureOut">
              <a:rPr lang="zh-TW" altLang="en-US" smtClean="0"/>
              <a:t>2026/3/23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85C6F-E8CB-4111-BD69-9B845E8159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7956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C4713-07A0-4EB5-9F3E-7F34E9D0365E}" type="datetimeFigureOut">
              <a:rPr lang="zh-TW" altLang="en-US" smtClean="0"/>
              <a:t>2026/3/23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85C6F-E8CB-4111-BD69-9B845E8159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4248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C4713-07A0-4EB5-9F3E-7F34E9D0365E}" type="datetimeFigureOut">
              <a:rPr lang="zh-TW" altLang="en-US" smtClean="0"/>
              <a:t>2026/3/23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85C6F-E8CB-4111-BD69-9B845E8159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5218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C4713-07A0-4EB5-9F3E-7F34E9D0365E}" type="datetimeFigureOut">
              <a:rPr lang="zh-TW" altLang="en-US" smtClean="0"/>
              <a:t>2026/3/23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85C6F-E8CB-4111-BD69-9B845E8159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5416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C4713-07A0-4EB5-9F3E-7F34E9D0365E}" type="datetimeFigureOut">
              <a:rPr lang="zh-TW" altLang="en-US" smtClean="0"/>
              <a:t>2026/3/23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85C6F-E8CB-4111-BD69-9B845E8159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1391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C4713-07A0-4EB5-9F3E-7F34E9D0365E}" type="datetimeFigureOut">
              <a:rPr lang="zh-TW" altLang="en-US" smtClean="0"/>
              <a:t>2026/3/23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85C6F-E8CB-4111-BD69-9B845E8159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1883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C4713-07A0-4EB5-9F3E-7F34E9D0365E}" type="datetimeFigureOut">
              <a:rPr lang="zh-TW" altLang="en-US" smtClean="0"/>
              <a:t>2026/3/23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85C6F-E8CB-4111-BD69-9B845E8159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6595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AC4713-07A0-4EB5-9F3E-7F34E9D0365E}" type="datetimeFigureOut">
              <a:rPr lang="zh-TW" altLang="en-US" smtClean="0"/>
              <a:t>2026/3/23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485C6F-E8CB-4111-BD69-9B845E8159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651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群組 114"/>
          <p:cNvGrpSpPr/>
          <p:nvPr/>
        </p:nvGrpSpPr>
        <p:grpSpPr>
          <a:xfrm>
            <a:off x="3433119" y="4138562"/>
            <a:ext cx="3442481" cy="4139377"/>
            <a:chOff x="3431858" y="-893"/>
            <a:chExt cx="3442481" cy="4139377"/>
          </a:xfrm>
        </p:grpSpPr>
        <p:grpSp>
          <p:nvGrpSpPr>
            <p:cNvPr id="116" name="グループ化 6"/>
            <p:cNvGrpSpPr/>
            <p:nvPr/>
          </p:nvGrpSpPr>
          <p:grpSpPr>
            <a:xfrm>
              <a:off x="3432334" y="-893"/>
              <a:ext cx="3442005" cy="524450"/>
              <a:chOff x="-5482" y="1"/>
              <a:chExt cx="2640957" cy="407563"/>
            </a:xfrm>
            <a:effectLst/>
          </p:grpSpPr>
          <p:sp>
            <p:nvSpPr>
              <p:cNvPr id="122" name="1 つの角を切り取った四角形 7"/>
              <p:cNvSpPr/>
              <p:nvPr userDrawn="1"/>
            </p:nvSpPr>
            <p:spPr>
              <a:xfrm rot="5400000">
                <a:off x="462170" y="-467650"/>
                <a:ext cx="407562" cy="1342865"/>
              </a:xfrm>
              <a:prstGeom prst="snip1Rect">
                <a:avLst>
                  <a:gd name="adj" fmla="val 50000"/>
                </a:avLst>
              </a:prstGeom>
              <a:solidFill>
                <a:srgbClr val="FFD70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ja-JP" altLang="en-US" sz="405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  <p:sp>
            <p:nvSpPr>
              <p:cNvPr id="123" name="正方形/長方形 8"/>
              <p:cNvSpPr/>
              <p:nvPr userDrawn="1"/>
            </p:nvSpPr>
            <p:spPr>
              <a:xfrm>
                <a:off x="0" y="1"/>
                <a:ext cx="2635475" cy="230187"/>
              </a:xfrm>
              <a:prstGeom prst="rect">
                <a:avLst/>
              </a:prstGeom>
              <a:solidFill>
                <a:srgbClr val="FFD70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ja-JP" altLang="en-US" sz="405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</p:grpSp>
        <p:sp>
          <p:nvSpPr>
            <p:cNvPr id="117" name="文字方塊 116"/>
            <p:cNvSpPr txBox="1"/>
            <p:nvPr/>
          </p:nvSpPr>
          <p:spPr>
            <a:xfrm>
              <a:off x="3459371" y="-405"/>
              <a:ext cx="15568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dirty="0">
                  <a:solidFill>
                    <a:srgbClr val="C32C30"/>
                  </a:solidFill>
                  <a:latin typeface="Fanuc Logo1.0" panose="020B0603050302020204" pitchFamily="34" charset="0"/>
                </a:rPr>
                <a:t>FANUC</a:t>
              </a:r>
              <a:endParaRPr lang="zh-TW" altLang="en-US" sz="2400" dirty="0">
                <a:solidFill>
                  <a:srgbClr val="C32C30"/>
                </a:solidFill>
                <a:latin typeface="Fanuc Logo1.0" panose="020B0603050302020204" pitchFamily="34" charset="0"/>
              </a:endParaRPr>
            </a:p>
          </p:txBody>
        </p:sp>
        <p:grpSp>
          <p:nvGrpSpPr>
            <p:cNvPr id="118" name="グループ化 6"/>
            <p:cNvGrpSpPr/>
            <p:nvPr/>
          </p:nvGrpSpPr>
          <p:grpSpPr>
            <a:xfrm rot="10800000">
              <a:off x="3431858" y="3939216"/>
              <a:ext cx="3429000" cy="199268"/>
              <a:chOff x="-1" y="1"/>
              <a:chExt cx="2635476" cy="407563"/>
            </a:xfrm>
            <a:effectLst/>
          </p:grpSpPr>
          <p:sp>
            <p:nvSpPr>
              <p:cNvPr id="120" name="1 つの角を切り取った四角形 7"/>
              <p:cNvSpPr/>
              <p:nvPr userDrawn="1"/>
            </p:nvSpPr>
            <p:spPr>
              <a:xfrm rot="5400000">
                <a:off x="467651" y="-467650"/>
                <a:ext cx="407562" cy="1342865"/>
              </a:xfrm>
              <a:prstGeom prst="snip1Rect">
                <a:avLst>
                  <a:gd name="adj" fmla="val 50000"/>
                </a:avLst>
              </a:prstGeom>
              <a:solidFill>
                <a:srgbClr val="FFD70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ja-JP" altLang="en-US" sz="405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  <p:sp>
            <p:nvSpPr>
              <p:cNvPr id="121" name="正方形/長方形 8"/>
              <p:cNvSpPr/>
              <p:nvPr userDrawn="1"/>
            </p:nvSpPr>
            <p:spPr>
              <a:xfrm>
                <a:off x="0" y="1"/>
                <a:ext cx="2635475" cy="230187"/>
              </a:xfrm>
              <a:prstGeom prst="rect">
                <a:avLst/>
              </a:prstGeom>
              <a:solidFill>
                <a:srgbClr val="FFD70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ja-JP" altLang="en-US" sz="405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</p:grpSp>
      </p:grpSp>
      <p:sp>
        <p:nvSpPr>
          <p:cNvPr id="84" name="矩形 83"/>
          <p:cNvSpPr/>
          <p:nvPr/>
        </p:nvSpPr>
        <p:spPr>
          <a:xfrm>
            <a:off x="33420" y="802511"/>
            <a:ext cx="3371850" cy="4724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solidFill>
                  <a:schemeClr val="tx1"/>
                </a:solidFill>
                <a:latin typeface="Fanuc Logo1.0" panose="020B0603050302020204" pitchFamily="34" charset="0"/>
                <a:ea typeface="微軟正黑體" panose="020B0604030504040204" pitchFamily="34" charset="-120"/>
              </a:rPr>
              <a:t>全新機器人控制器</a:t>
            </a:r>
            <a:endParaRPr lang="en-US" altLang="zh-TW" sz="2400" b="1" dirty="0">
              <a:solidFill>
                <a:schemeClr val="tx1"/>
              </a:solidFill>
              <a:latin typeface="Fanuc Logo1.0" panose="020B0603050302020204" pitchFamily="34" charset="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2400" b="1" dirty="0">
                <a:solidFill>
                  <a:schemeClr val="tx1"/>
                </a:solidFill>
                <a:latin typeface="Fanuc Logo1.0" panose="020B0603050302020204" pitchFamily="34" charset="0"/>
                <a:ea typeface="微軟正黑體" panose="020B0604030504040204" pitchFamily="34" charset="-120"/>
              </a:rPr>
              <a:t>R-50+A</a:t>
            </a:r>
            <a:endParaRPr lang="zh-TW" altLang="en-US" sz="2400" b="1" dirty="0">
              <a:solidFill>
                <a:schemeClr val="tx1"/>
              </a:solidFill>
              <a:latin typeface="Arial Black" panose="020B0A04020102020204" pitchFamily="34" charset="0"/>
              <a:ea typeface="微軟正黑體" panose="020B0604030504040204" pitchFamily="34" charset="-120"/>
            </a:endParaRPr>
          </a:p>
        </p:txBody>
      </p:sp>
      <p:pic>
        <p:nvPicPr>
          <p:cNvPr id="13" name="圖片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4026" y="1910344"/>
            <a:ext cx="1800000" cy="180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grpSp>
        <p:nvGrpSpPr>
          <p:cNvPr id="75" name="群組 74"/>
          <p:cNvGrpSpPr/>
          <p:nvPr/>
        </p:nvGrpSpPr>
        <p:grpSpPr>
          <a:xfrm>
            <a:off x="3431858" y="-893"/>
            <a:ext cx="3442481" cy="4139377"/>
            <a:chOff x="3431858" y="-893"/>
            <a:chExt cx="3442481" cy="4139377"/>
          </a:xfrm>
        </p:grpSpPr>
        <p:grpSp>
          <p:nvGrpSpPr>
            <p:cNvPr id="76" name="グループ化 6"/>
            <p:cNvGrpSpPr/>
            <p:nvPr/>
          </p:nvGrpSpPr>
          <p:grpSpPr>
            <a:xfrm>
              <a:off x="3432334" y="-893"/>
              <a:ext cx="3442005" cy="524450"/>
              <a:chOff x="-5482" y="1"/>
              <a:chExt cx="2640957" cy="407563"/>
            </a:xfrm>
            <a:effectLst/>
          </p:grpSpPr>
          <p:sp>
            <p:nvSpPr>
              <p:cNvPr id="82" name="1 つの角を切り取った四角形 7"/>
              <p:cNvSpPr/>
              <p:nvPr userDrawn="1"/>
            </p:nvSpPr>
            <p:spPr>
              <a:xfrm rot="5400000">
                <a:off x="462170" y="-467650"/>
                <a:ext cx="407562" cy="1342865"/>
              </a:xfrm>
              <a:prstGeom prst="snip1Rect">
                <a:avLst>
                  <a:gd name="adj" fmla="val 50000"/>
                </a:avLst>
              </a:prstGeom>
              <a:solidFill>
                <a:srgbClr val="FFD70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ja-JP" altLang="en-US" sz="405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  <p:sp>
            <p:nvSpPr>
              <p:cNvPr id="83" name="正方形/長方形 8"/>
              <p:cNvSpPr/>
              <p:nvPr userDrawn="1"/>
            </p:nvSpPr>
            <p:spPr>
              <a:xfrm>
                <a:off x="0" y="1"/>
                <a:ext cx="2635475" cy="230187"/>
              </a:xfrm>
              <a:prstGeom prst="rect">
                <a:avLst/>
              </a:prstGeom>
              <a:solidFill>
                <a:srgbClr val="FFD70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ja-JP" altLang="en-US" sz="405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</p:grpSp>
        <p:sp>
          <p:nvSpPr>
            <p:cNvPr id="77" name="文字方塊 76"/>
            <p:cNvSpPr txBox="1"/>
            <p:nvPr/>
          </p:nvSpPr>
          <p:spPr>
            <a:xfrm>
              <a:off x="3459371" y="-405"/>
              <a:ext cx="15568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dirty="0">
                  <a:solidFill>
                    <a:srgbClr val="C32C30"/>
                  </a:solidFill>
                  <a:latin typeface="Fanuc Logo1.0" panose="020B0603050302020204" pitchFamily="34" charset="0"/>
                </a:rPr>
                <a:t>FANUC</a:t>
              </a:r>
              <a:endParaRPr lang="zh-TW" altLang="en-US" sz="2400" dirty="0">
                <a:solidFill>
                  <a:srgbClr val="C32C30"/>
                </a:solidFill>
                <a:latin typeface="Fanuc Logo1.0" panose="020B0603050302020204" pitchFamily="34" charset="0"/>
              </a:endParaRPr>
            </a:p>
          </p:txBody>
        </p:sp>
        <p:grpSp>
          <p:nvGrpSpPr>
            <p:cNvPr id="78" name="グループ化 6"/>
            <p:cNvGrpSpPr/>
            <p:nvPr/>
          </p:nvGrpSpPr>
          <p:grpSpPr>
            <a:xfrm rot="10800000">
              <a:off x="3431858" y="3939216"/>
              <a:ext cx="3429000" cy="199268"/>
              <a:chOff x="-1" y="1"/>
              <a:chExt cx="2635476" cy="407563"/>
            </a:xfrm>
            <a:effectLst/>
          </p:grpSpPr>
          <p:sp>
            <p:nvSpPr>
              <p:cNvPr id="80" name="1 つの角を切り取った四角形 7"/>
              <p:cNvSpPr/>
              <p:nvPr userDrawn="1"/>
            </p:nvSpPr>
            <p:spPr>
              <a:xfrm rot="5400000">
                <a:off x="467651" y="-467650"/>
                <a:ext cx="407562" cy="1342865"/>
              </a:xfrm>
              <a:prstGeom prst="snip1Rect">
                <a:avLst>
                  <a:gd name="adj" fmla="val 50000"/>
                </a:avLst>
              </a:prstGeom>
              <a:solidFill>
                <a:srgbClr val="FFD70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ja-JP" altLang="en-US" sz="405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  <p:sp>
            <p:nvSpPr>
              <p:cNvPr id="81" name="正方形/長方形 8"/>
              <p:cNvSpPr/>
              <p:nvPr userDrawn="1"/>
            </p:nvSpPr>
            <p:spPr>
              <a:xfrm>
                <a:off x="0" y="1"/>
                <a:ext cx="2635475" cy="230187"/>
              </a:xfrm>
              <a:prstGeom prst="rect">
                <a:avLst/>
              </a:prstGeom>
              <a:solidFill>
                <a:srgbClr val="FFD70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ja-JP" altLang="en-US" sz="405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</p:grpSp>
      </p:grpSp>
      <p:grpSp>
        <p:nvGrpSpPr>
          <p:cNvPr id="85" name="群組 84"/>
          <p:cNvGrpSpPr/>
          <p:nvPr/>
        </p:nvGrpSpPr>
        <p:grpSpPr>
          <a:xfrm>
            <a:off x="-3325" y="-1206"/>
            <a:ext cx="3440100" cy="4139377"/>
            <a:chOff x="3434239" y="-893"/>
            <a:chExt cx="3440100" cy="4139377"/>
          </a:xfrm>
        </p:grpSpPr>
        <p:grpSp>
          <p:nvGrpSpPr>
            <p:cNvPr id="86" name="グループ化 6"/>
            <p:cNvGrpSpPr/>
            <p:nvPr/>
          </p:nvGrpSpPr>
          <p:grpSpPr>
            <a:xfrm>
              <a:off x="3434715" y="-893"/>
              <a:ext cx="3439624" cy="524450"/>
              <a:chOff x="-3655" y="1"/>
              <a:chExt cx="2639130" cy="407563"/>
            </a:xfrm>
            <a:effectLst/>
          </p:grpSpPr>
          <p:sp>
            <p:nvSpPr>
              <p:cNvPr id="92" name="1 つの角を切り取った四角形 7"/>
              <p:cNvSpPr/>
              <p:nvPr userDrawn="1"/>
            </p:nvSpPr>
            <p:spPr>
              <a:xfrm rot="5400000">
                <a:off x="463997" y="-467650"/>
                <a:ext cx="407562" cy="1342865"/>
              </a:xfrm>
              <a:prstGeom prst="snip1Rect">
                <a:avLst>
                  <a:gd name="adj" fmla="val 50000"/>
                </a:avLst>
              </a:prstGeom>
              <a:solidFill>
                <a:srgbClr val="FFD70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ja-JP" altLang="en-US" sz="405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  <p:sp>
            <p:nvSpPr>
              <p:cNvPr id="93" name="正方形/長方形 8"/>
              <p:cNvSpPr/>
              <p:nvPr userDrawn="1"/>
            </p:nvSpPr>
            <p:spPr>
              <a:xfrm>
                <a:off x="0" y="1"/>
                <a:ext cx="2635475" cy="230187"/>
              </a:xfrm>
              <a:prstGeom prst="rect">
                <a:avLst/>
              </a:prstGeom>
              <a:solidFill>
                <a:srgbClr val="FFD70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ja-JP" altLang="en-US" sz="405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</p:grpSp>
        <p:sp>
          <p:nvSpPr>
            <p:cNvPr id="87" name="文字方塊 86"/>
            <p:cNvSpPr txBox="1"/>
            <p:nvPr/>
          </p:nvSpPr>
          <p:spPr>
            <a:xfrm>
              <a:off x="3459371" y="-405"/>
              <a:ext cx="15568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dirty="0">
                  <a:solidFill>
                    <a:srgbClr val="C32C30"/>
                  </a:solidFill>
                  <a:latin typeface="Fanuc Logo1.0" panose="020B0603050302020204" pitchFamily="34" charset="0"/>
                </a:rPr>
                <a:t>FANUC</a:t>
              </a:r>
              <a:endParaRPr lang="zh-TW" altLang="en-US" sz="2400" dirty="0">
                <a:solidFill>
                  <a:srgbClr val="C32C30"/>
                </a:solidFill>
                <a:latin typeface="Fanuc Logo1.0" panose="020B0603050302020204" pitchFamily="34" charset="0"/>
              </a:endParaRPr>
            </a:p>
          </p:txBody>
        </p:sp>
        <p:grpSp>
          <p:nvGrpSpPr>
            <p:cNvPr id="88" name="グループ化 6"/>
            <p:cNvGrpSpPr/>
            <p:nvPr/>
          </p:nvGrpSpPr>
          <p:grpSpPr>
            <a:xfrm rot="10800000">
              <a:off x="3434239" y="3939216"/>
              <a:ext cx="3431380" cy="199268"/>
              <a:chOff x="-3660" y="-1"/>
              <a:chExt cx="2637305" cy="407563"/>
            </a:xfrm>
            <a:effectLst/>
          </p:grpSpPr>
          <p:sp>
            <p:nvSpPr>
              <p:cNvPr id="90" name="1 つの角を切り取った四角形 7"/>
              <p:cNvSpPr/>
              <p:nvPr userDrawn="1"/>
            </p:nvSpPr>
            <p:spPr>
              <a:xfrm rot="5400000">
                <a:off x="463991" y="-467652"/>
                <a:ext cx="407563" cy="1342865"/>
              </a:xfrm>
              <a:prstGeom prst="snip1Rect">
                <a:avLst>
                  <a:gd name="adj" fmla="val 50000"/>
                </a:avLst>
              </a:prstGeom>
              <a:solidFill>
                <a:srgbClr val="FFD70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ja-JP" altLang="en-US" sz="405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  <p:sp>
            <p:nvSpPr>
              <p:cNvPr id="91" name="正方形/長方形 8"/>
              <p:cNvSpPr/>
              <p:nvPr userDrawn="1"/>
            </p:nvSpPr>
            <p:spPr>
              <a:xfrm>
                <a:off x="-1830" y="0"/>
                <a:ext cx="2635475" cy="230186"/>
              </a:xfrm>
              <a:prstGeom prst="rect">
                <a:avLst/>
              </a:prstGeom>
              <a:solidFill>
                <a:srgbClr val="FFD70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ja-JP" altLang="en-US" sz="405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</p:grpSp>
      </p:grpSp>
      <p:grpSp>
        <p:nvGrpSpPr>
          <p:cNvPr id="95" name="群組 94"/>
          <p:cNvGrpSpPr/>
          <p:nvPr/>
        </p:nvGrpSpPr>
        <p:grpSpPr>
          <a:xfrm>
            <a:off x="-5545" y="4141660"/>
            <a:ext cx="3439624" cy="4139377"/>
            <a:chOff x="3434715" y="-893"/>
            <a:chExt cx="3439624" cy="4139377"/>
          </a:xfrm>
        </p:grpSpPr>
        <p:grpSp>
          <p:nvGrpSpPr>
            <p:cNvPr id="96" name="グループ化 6"/>
            <p:cNvGrpSpPr/>
            <p:nvPr/>
          </p:nvGrpSpPr>
          <p:grpSpPr>
            <a:xfrm>
              <a:off x="3434715" y="-893"/>
              <a:ext cx="3439624" cy="524450"/>
              <a:chOff x="-3655" y="1"/>
              <a:chExt cx="2639130" cy="407563"/>
            </a:xfrm>
            <a:effectLst/>
          </p:grpSpPr>
          <p:sp>
            <p:nvSpPr>
              <p:cNvPr id="102" name="1 つの角を切り取った四角形 7"/>
              <p:cNvSpPr/>
              <p:nvPr userDrawn="1"/>
            </p:nvSpPr>
            <p:spPr>
              <a:xfrm rot="5400000">
                <a:off x="463997" y="-467650"/>
                <a:ext cx="407562" cy="1342865"/>
              </a:xfrm>
              <a:prstGeom prst="snip1Rect">
                <a:avLst>
                  <a:gd name="adj" fmla="val 50000"/>
                </a:avLst>
              </a:prstGeom>
              <a:solidFill>
                <a:srgbClr val="FFD70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ja-JP" altLang="en-US" sz="405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  <p:sp>
            <p:nvSpPr>
              <p:cNvPr id="103" name="正方形/長方形 8"/>
              <p:cNvSpPr/>
              <p:nvPr userDrawn="1"/>
            </p:nvSpPr>
            <p:spPr>
              <a:xfrm>
                <a:off x="0" y="1"/>
                <a:ext cx="2635475" cy="230187"/>
              </a:xfrm>
              <a:prstGeom prst="rect">
                <a:avLst/>
              </a:prstGeom>
              <a:solidFill>
                <a:srgbClr val="FFD70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ja-JP" altLang="en-US" sz="405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</p:grpSp>
        <p:sp>
          <p:nvSpPr>
            <p:cNvPr id="97" name="文字方塊 96"/>
            <p:cNvSpPr txBox="1"/>
            <p:nvPr/>
          </p:nvSpPr>
          <p:spPr>
            <a:xfrm>
              <a:off x="3459371" y="-405"/>
              <a:ext cx="15568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dirty="0">
                  <a:solidFill>
                    <a:srgbClr val="C32C30"/>
                  </a:solidFill>
                  <a:latin typeface="Fanuc Logo1.0" panose="020B0603050302020204" pitchFamily="34" charset="0"/>
                </a:rPr>
                <a:t>FANUC</a:t>
              </a:r>
              <a:endParaRPr lang="zh-TW" altLang="en-US" sz="2400" dirty="0">
                <a:solidFill>
                  <a:srgbClr val="C32C30"/>
                </a:solidFill>
                <a:latin typeface="Fanuc Logo1.0" panose="020B0603050302020204" pitchFamily="34" charset="0"/>
              </a:endParaRPr>
            </a:p>
          </p:txBody>
        </p:sp>
        <p:grpSp>
          <p:nvGrpSpPr>
            <p:cNvPr id="98" name="グループ化 6"/>
            <p:cNvGrpSpPr/>
            <p:nvPr/>
          </p:nvGrpSpPr>
          <p:grpSpPr>
            <a:xfrm rot="10800000">
              <a:off x="3441383" y="3939216"/>
              <a:ext cx="3429001" cy="199268"/>
              <a:chOff x="-7322" y="-1"/>
              <a:chExt cx="2635477" cy="407563"/>
            </a:xfrm>
            <a:effectLst/>
          </p:grpSpPr>
          <p:sp>
            <p:nvSpPr>
              <p:cNvPr id="100" name="1 つの角を切り取った四角形 7"/>
              <p:cNvSpPr/>
              <p:nvPr userDrawn="1"/>
            </p:nvSpPr>
            <p:spPr>
              <a:xfrm rot="5400000">
                <a:off x="460329" y="-467652"/>
                <a:ext cx="407563" cy="1342865"/>
              </a:xfrm>
              <a:prstGeom prst="snip1Rect">
                <a:avLst>
                  <a:gd name="adj" fmla="val 50000"/>
                </a:avLst>
              </a:prstGeom>
              <a:solidFill>
                <a:srgbClr val="FFD70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ja-JP" altLang="en-US" sz="405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  <p:sp>
            <p:nvSpPr>
              <p:cNvPr id="101" name="正方形/長方形 8"/>
              <p:cNvSpPr/>
              <p:nvPr userDrawn="1"/>
            </p:nvSpPr>
            <p:spPr>
              <a:xfrm>
                <a:off x="-7320" y="1"/>
                <a:ext cx="2635475" cy="230186"/>
              </a:xfrm>
              <a:prstGeom prst="rect">
                <a:avLst/>
              </a:prstGeom>
              <a:solidFill>
                <a:srgbClr val="FFD70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ja-JP" altLang="en-US" sz="405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</p:grpSp>
      </p:grpSp>
      <p:cxnSp>
        <p:nvCxnSpPr>
          <p:cNvPr id="9" name="直線接點 8"/>
          <p:cNvCxnSpPr/>
          <p:nvPr/>
        </p:nvCxnSpPr>
        <p:spPr>
          <a:xfrm flipV="1">
            <a:off x="3429000" y="0"/>
            <a:ext cx="0" cy="990600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接點 4"/>
          <p:cNvCxnSpPr/>
          <p:nvPr/>
        </p:nvCxnSpPr>
        <p:spPr>
          <a:xfrm>
            <a:off x="0" y="4137660"/>
            <a:ext cx="685800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7620" y="8275320"/>
            <a:ext cx="685800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E771BC65-35E9-A1E8-4982-5EA6143AFC33}"/>
              </a:ext>
            </a:extLst>
          </p:cNvPr>
          <p:cNvSpPr/>
          <p:nvPr/>
        </p:nvSpPr>
        <p:spPr>
          <a:xfrm>
            <a:off x="38100" y="1343128"/>
            <a:ext cx="3371850" cy="4724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展示機詳細資訊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6F4F782-1D65-338D-EA74-12E16ABC5E4B}"/>
              </a:ext>
            </a:extLst>
          </p:cNvPr>
          <p:cNvSpPr/>
          <p:nvPr/>
        </p:nvSpPr>
        <p:spPr>
          <a:xfrm>
            <a:off x="3447860" y="821634"/>
            <a:ext cx="3371850" cy="4724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solidFill>
                  <a:schemeClr val="tx1"/>
                </a:solidFill>
                <a:latin typeface="Fanuc Logo1.0" panose="020B0603050302020204" pitchFamily="34" charset="0"/>
                <a:ea typeface="微軟正黑體" panose="020B0604030504040204" pitchFamily="34" charset="-120"/>
              </a:rPr>
              <a:t>防爆認證協作型機器人</a:t>
            </a:r>
            <a:endParaRPr lang="zh-TW" altLang="en-US" sz="2400" b="1" dirty="0">
              <a:solidFill>
                <a:schemeClr val="tx1"/>
              </a:solidFill>
              <a:latin typeface="Arial Black" panose="020B0A04020102020204" pitchFamily="34" charset="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8AC367F-7587-D1AC-27E4-4509EF91B2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82514" y="1910344"/>
            <a:ext cx="1800000" cy="180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72637EF-2664-616D-5AA8-972DE14F64C1}"/>
              </a:ext>
            </a:extLst>
          </p:cNvPr>
          <p:cNvSpPr/>
          <p:nvPr/>
        </p:nvSpPr>
        <p:spPr>
          <a:xfrm>
            <a:off x="3470984" y="1350090"/>
            <a:ext cx="3371850" cy="4724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展示機詳細資訊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D16ACA4-99CB-45B2-83CC-1F2FC1C38DD1}"/>
              </a:ext>
            </a:extLst>
          </p:cNvPr>
          <p:cNvSpPr/>
          <p:nvPr/>
        </p:nvSpPr>
        <p:spPr>
          <a:xfrm>
            <a:off x="33420" y="4929894"/>
            <a:ext cx="3371850" cy="4724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solidFill>
                  <a:schemeClr val="tx1"/>
                </a:solidFill>
                <a:latin typeface="Fanuc Logo1.0" panose="020B0603050302020204" pitchFamily="34" charset="0"/>
                <a:ea typeface="微軟正黑體" panose="020B0604030504040204" pitchFamily="34" charset="-120"/>
              </a:rPr>
              <a:t>新 </a:t>
            </a:r>
            <a:r>
              <a:rPr lang="en-US" altLang="zh-TW" sz="2400" b="1" dirty="0">
                <a:solidFill>
                  <a:schemeClr val="tx1"/>
                </a:solidFill>
                <a:latin typeface="Fanuc Logo1.0" panose="020B0603050302020204" pitchFamily="34" charset="0"/>
                <a:ea typeface="微軟正黑體" panose="020B0604030504040204" pitchFamily="34" charset="-120"/>
              </a:rPr>
              <a:t>ROBOGUIDE</a:t>
            </a:r>
            <a:endParaRPr lang="zh-TW" altLang="en-US" sz="2400" b="1" dirty="0">
              <a:solidFill>
                <a:schemeClr val="tx1"/>
              </a:solidFill>
              <a:latin typeface="Arial Black" panose="020B0A04020102020204" pitchFamily="34" charset="0"/>
              <a:ea typeface="微軟正黑體" panose="020B0604030504040204" pitchFamily="34" charset="-120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68AB5676-87C5-2EF9-392E-A6383D333D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5287" y="6042411"/>
            <a:ext cx="1800000" cy="180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59E832CC-4A2D-C491-57E5-C3285CC0F81E}"/>
              </a:ext>
            </a:extLst>
          </p:cNvPr>
          <p:cNvSpPr/>
          <p:nvPr/>
        </p:nvSpPr>
        <p:spPr>
          <a:xfrm>
            <a:off x="39361" y="5475195"/>
            <a:ext cx="3371850" cy="4724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展示機詳細資訊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E12086E-FE4F-DBE7-5515-C4810764DF94}"/>
              </a:ext>
            </a:extLst>
          </p:cNvPr>
          <p:cNvSpPr/>
          <p:nvPr/>
        </p:nvSpPr>
        <p:spPr>
          <a:xfrm>
            <a:off x="3446791" y="4945457"/>
            <a:ext cx="3371850" cy="4724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>
                <a:solidFill>
                  <a:schemeClr val="tx1"/>
                </a:solidFill>
                <a:latin typeface="Fanuc Logo1.0" panose="020B0603050302020204" pitchFamily="34" charset="0"/>
                <a:ea typeface="微軟正黑體" panose="020B0604030504040204" pitchFamily="34" charset="-120"/>
              </a:rPr>
              <a:t>CRX</a:t>
            </a:r>
            <a:r>
              <a:rPr lang="en-US" altLang="zh-TW" sz="2400" b="1" dirty="0">
                <a:solidFill>
                  <a:schemeClr val="tx1"/>
                </a:solidFill>
                <a:latin typeface="Arial Black" panose="020B0A04020102020204" pitchFamily="34" charset="0"/>
                <a:ea typeface="微軟正黑體" panose="020B0604030504040204" pitchFamily="34" charset="-120"/>
              </a:rPr>
              <a:t> </a:t>
            </a:r>
            <a:r>
              <a:rPr lang="zh-TW" altLang="en-US" sz="2400" b="1" dirty="0">
                <a:solidFill>
                  <a:schemeClr val="tx1"/>
                </a:solidFill>
                <a:latin typeface="Arial Black" panose="020B0A04020102020204" pitchFamily="34" charset="0"/>
                <a:ea typeface="微軟正黑體" panose="020B0604030504040204" pitchFamily="34" charset="-120"/>
              </a:rPr>
              <a:t>力覺仿形體驗</a:t>
            </a: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8DC40290-14C5-580E-6773-AC3E7D6C6F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83775" y="6042411"/>
            <a:ext cx="1800000" cy="180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FBF6CC29-3F3D-1D18-52E1-1F3279FECD49}"/>
              </a:ext>
            </a:extLst>
          </p:cNvPr>
          <p:cNvSpPr/>
          <p:nvPr/>
        </p:nvSpPr>
        <p:spPr>
          <a:xfrm>
            <a:off x="3472245" y="5482157"/>
            <a:ext cx="3371850" cy="4724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展示機詳細資訊</a:t>
            </a:r>
          </a:p>
        </p:txBody>
      </p:sp>
    </p:spTree>
    <p:extLst>
      <p:ext uri="{BB962C8B-B14F-4D97-AF65-F5344CB8AC3E}">
        <p14:creationId xmlns:p14="http://schemas.microsoft.com/office/powerpoint/2010/main" val="2929872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6B046-D802-37D4-87C4-D3BA013F6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群組 114">
            <a:extLst>
              <a:ext uri="{FF2B5EF4-FFF2-40B4-BE49-F238E27FC236}">
                <a16:creationId xmlns:a16="http://schemas.microsoft.com/office/drawing/2014/main" id="{AD6AAFC3-A64A-F829-D714-F1E79D434791}"/>
              </a:ext>
            </a:extLst>
          </p:cNvPr>
          <p:cNvGrpSpPr/>
          <p:nvPr/>
        </p:nvGrpSpPr>
        <p:grpSpPr>
          <a:xfrm>
            <a:off x="3433119" y="4138562"/>
            <a:ext cx="3442481" cy="4139377"/>
            <a:chOff x="3431858" y="-893"/>
            <a:chExt cx="3442481" cy="4139377"/>
          </a:xfrm>
        </p:grpSpPr>
        <p:grpSp>
          <p:nvGrpSpPr>
            <p:cNvPr id="116" name="グループ化 6">
              <a:extLst>
                <a:ext uri="{FF2B5EF4-FFF2-40B4-BE49-F238E27FC236}">
                  <a16:creationId xmlns:a16="http://schemas.microsoft.com/office/drawing/2014/main" id="{CC2839C7-14AA-8407-64DD-A60250E482E6}"/>
                </a:ext>
              </a:extLst>
            </p:cNvPr>
            <p:cNvGrpSpPr/>
            <p:nvPr/>
          </p:nvGrpSpPr>
          <p:grpSpPr>
            <a:xfrm>
              <a:off x="3432334" y="-893"/>
              <a:ext cx="3442005" cy="524450"/>
              <a:chOff x="-5482" y="1"/>
              <a:chExt cx="2640957" cy="407563"/>
            </a:xfrm>
            <a:effectLst/>
          </p:grpSpPr>
          <p:sp>
            <p:nvSpPr>
              <p:cNvPr id="122" name="1 つの角を切り取った四角形 7">
                <a:extLst>
                  <a:ext uri="{FF2B5EF4-FFF2-40B4-BE49-F238E27FC236}">
                    <a16:creationId xmlns:a16="http://schemas.microsoft.com/office/drawing/2014/main" id="{57403209-0607-9CF2-2D72-FF823763A022}"/>
                  </a:ext>
                </a:extLst>
              </p:cNvPr>
              <p:cNvSpPr/>
              <p:nvPr userDrawn="1"/>
            </p:nvSpPr>
            <p:spPr>
              <a:xfrm rot="5400000">
                <a:off x="462170" y="-467650"/>
                <a:ext cx="407562" cy="1342865"/>
              </a:xfrm>
              <a:prstGeom prst="snip1Rect">
                <a:avLst>
                  <a:gd name="adj" fmla="val 50000"/>
                </a:avLst>
              </a:prstGeom>
              <a:solidFill>
                <a:srgbClr val="FFD70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ja-JP" altLang="en-US" sz="405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  <p:sp>
            <p:nvSpPr>
              <p:cNvPr id="123" name="正方形/長方形 8">
                <a:extLst>
                  <a:ext uri="{FF2B5EF4-FFF2-40B4-BE49-F238E27FC236}">
                    <a16:creationId xmlns:a16="http://schemas.microsoft.com/office/drawing/2014/main" id="{E6549689-0A22-A157-83DA-F9DC363D218F}"/>
                  </a:ext>
                </a:extLst>
              </p:cNvPr>
              <p:cNvSpPr/>
              <p:nvPr userDrawn="1"/>
            </p:nvSpPr>
            <p:spPr>
              <a:xfrm>
                <a:off x="0" y="1"/>
                <a:ext cx="2635475" cy="230187"/>
              </a:xfrm>
              <a:prstGeom prst="rect">
                <a:avLst/>
              </a:prstGeom>
              <a:solidFill>
                <a:srgbClr val="FFD70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ja-JP" altLang="en-US" sz="405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</p:grpSp>
        <p:sp>
          <p:nvSpPr>
            <p:cNvPr id="117" name="文字方塊 116">
              <a:extLst>
                <a:ext uri="{FF2B5EF4-FFF2-40B4-BE49-F238E27FC236}">
                  <a16:creationId xmlns:a16="http://schemas.microsoft.com/office/drawing/2014/main" id="{30131613-92CA-FF67-ACC9-0C3D7771DB60}"/>
                </a:ext>
              </a:extLst>
            </p:cNvPr>
            <p:cNvSpPr txBox="1"/>
            <p:nvPr/>
          </p:nvSpPr>
          <p:spPr>
            <a:xfrm>
              <a:off x="3459371" y="-405"/>
              <a:ext cx="15568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dirty="0">
                  <a:solidFill>
                    <a:srgbClr val="C32C30"/>
                  </a:solidFill>
                  <a:latin typeface="Fanuc Logo1.0" panose="020B0603050302020204" pitchFamily="34" charset="0"/>
                </a:rPr>
                <a:t>FANUC</a:t>
              </a:r>
              <a:endParaRPr lang="zh-TW" altLang="en-US" sz="2400" dirty="0">
                <a:solidFill>
                  <a:srgbClr val="C32C30"/>
                </a:solidFill>
                <a:latin typeface="Fanuc Logo1.0" panose="020B0603050302020204" pitchFamily="34" charset="0"/>
              </a:endParaRPr>
            </a:p>
          </p:txBody>
        </p:sp>
        <p:grpSp>
          <p:nvGrpSpPr>
            <p:cNvPr id="118" name="グループ化 6">
              <a:extLst>
                <a:ext uri="{FF2B5EF4-FFF2-40B4-BE49-F238E27FC236}">
                  <a16:creationId xmlns:a16="http://schemas.microsoft.com/office/drawing/2014/main" id="{52C4DADE-EF06-5EEB-051A-0180266F6FB5}"/>
                </a:ext>
              </a:extLst>
            </p:cNvPr>
            <p:cNvGrpSpPr/>
            <p:nvPr/>
          </p:nvGrpSpPr>
          <p:grpSpPr>
            <a:xfrm rot="10800000">
              <a:off x="3431858" y="3939216"/>
              <a:ext cx="3429000" cy="199268"/>
              <a:chOff x="-1" y="1"/>
              <a:chExt cx="2635476" cy="407563"/>
            </a:xfrm>
            <a:effectLst/>
          </p:grpSpPr>
          <p:sp>
            <p:nvSpPr>
              <p:cNvPr id="120" name="1 つの角を切り取った四角形 7">
                <a:extLst>
                  <a:ext uri="{FF2B5EF4-FFF2-40B4-BE49-F238E27FC236}">
                    <a16:creationId xmlns:a16="http://schemas.microsoft.com/office/drawing/2014/main" id="{6D9C9386-6A3B-D618-DFBF-DB57AD1C0EDE}"/>
                  </a:ext>
                </a:extLst>
              </p:cNvPr>
              <p:cNvSpPr/>
              <p:nvPr userDrawn="1"/>
            </p:nvSpPr>
            <p:spPr>
              <a:xfrm rot="5400000">
                <a:off x="467651" y="-467650"/>
                <a:ext cx="407562" cy="1342865"/>
              </a:xfrm>
              <a:prstGeom prst="snip1Rect">
                <a:avLst>
                  <a:gd name="adj" fmla="val 50000"/>
                </a:avLst>
              </a:prstGeom>
              <a:solidFill>
                <a:srgbClr val="FFD70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ja-JP" altLang="en-US" sz="405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  <p:sp>
            <p:nvSpPr>
              <p:cNvPr id="121" name="正方形/長方形 8">
                <a:extLst>
                  <a:ext uri="{FF2B5EF4-FFF2-40B4-BE49-F238E27FC236}">
                    <a16:creationId xmlns:a16="http://schemas.microsoft.com/office/drawing/2014/main" id="{0570A0BF-AF57-D45F-AC4D-3D35CB308C3F}"/>
                  </a:ext>
                </a:extLst>
              </p:cNvPr>
              <p:cNvSpPr/>
              <p:nvPr userDrawn="1"/>
            </p:nvSpPr>
            <p:spPr>
              <a:xfrm>
                <a:off x="0" y="1"/>
                <a:ext cx="2635475" cy="230187"/>
              </a:xfrm>
              <a:prstGeom prst="rect">
                <a:avLst/>
              </a:prstGeom>
              <a:solidFill>
                <a:srgbClr val="FFD70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ja-JP" altLang="en-US" sz="405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</p:grpSp>
      </p:grpSp>
      <p:sp>
        <p:nvSpPr>
          <p:cNvPr id="84" name="矩形 83">
            <a:extLst>
              <a:ext uri="{FF2B5EF4-FFF2-40B4-BE49-F238E27FC236}">
                <a16:creationId xmlns:a16="http://schemas.microsoft.com/office/drawing/2014/main" id="{244B2F79-3645-752C-B7EB-1B7A5B2A8777}"/>
              </a:ext>
            </a:extLst>
          </p:cNvPr>
          <p:cNvSpPr/>
          <p:nvPr/>
        </p:nvSpPr>
        <p:spPr>
          <a:xfrm>
            <a:off x="33420" y="802511"/>
            <a:ext cx="3371850" cy="4724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>
                <a:solidFill>
                  <a:schemeClr val="tx1"/>
                </a:solidFill>
                <a:latin typeface="Fanuc Logo1.0" panose="020B0603050302020204" pitchFamily="34" charset="0"/>
                <a:ea typeface="微軟正黑體" panose="020B0604030504040204" pitchFamily="34" charset="-120"/>
              </a:rPr>
              <a:t>CRX</a:t>
            </a:r>
            <a:r>
              <a:rPr lang="en-US" altLang="zh-TW" sz="2400" b="1" dirty="0">
                <a:solidFill>
                  <a:schemeClr val="tx1"/>
                </a:solidFill>
                <a:latin typeface="Arial Black" panose="020B0A04020102020204" pitchFamily="34" charset="0"/>
                <a:ea typeface="微軟正黑體" panose="020B0604030504040204" pitchFamily="34" charset="-120"/>
              </a:rPr>
              <a:t> </a:t>
            </a:r>
            <a:r>
              <a:rPr lang="zh-TW" altLang="en-US" sz="2400" b="1" dirty="0">
                <a:solidFill>
                  <a:schemeClr val="tx1"/>
                </a:solidFill>
                <a:latin typeface="Arial Black" panose="020B0A04020102020204" pitchFamily="34" charset="0"/>
                <a:ea typeface="微軟正黑體" panose="020B0604030504040204" pitchFamily="34" charset="-120"/>
              </a:rPr>
              <a:t>高負載體驗</a:t>
            </a: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E6CC2728-5A8B-0FA1-0FAB-679B846894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4026" y="1910344"/>
            <a:ext cx="1800000" cy="180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grpSp>
        <p:nvGrpSpPr>
          <p:cNvPr id="75" name="群組 74">
            <a:extLst>
              <a:ext uri="{FF2B5EF4-FFF2-40B4-BE49-F238E27FC236}">
                <a16:creationId xmlns:a16="http://schemas.microsoft.com/office/drawing/2014/main" id="{C1E6E5B1-1331-95AC-2B42-678DD351C061}"/>
              </a:ext>
            </a:extLst>
          </p:cNvPr>
          <p:cNvGrpSpPr/>
          <p:nvPr/>
        </p:nvGrpSpPr>
        <p:grpSpPr>
          <a:xfrm>
            <a:off x="3431858" y="-893"/>
            <a:ext cx="3442481" cy="4139377"/>
            <a:chOff x="3431858" y="-893"/>
            <a:chExt cx="3442481" cy="4139377"/>
          </a:xfrm>
        </p:grpSpPr>
        <p:grpSp>
          <p:nvGrpSpPr>
            <p:cNvPr id="76" name="グループ化 6">
              <a:extLst>
                <a:ext uri="{FF2B5EF4-FFF2-40B4-BE49-F238E27FC236}">
                  <a16:creationId xmlns:a16="http://schemas.microsoft.com/office/drawing/2014/main" id="{EF417075-3559-ACFB-2A68-4992C6BDC1B8}"/>
                </a:ext>
              </a:extLst>
            </p:cNvPr>
            <p:cNvGrpSpPr/>
            <p:nvPr/>
          </p:nvGrpSpPr>
          <p:grpSpPr>
            <a:xfrm>
              <a:off x="3432334" y="-893"/>
              <a:ext cx="3442005" cy="524450"/>
              <a:chOff x="-5482" y="1"/>
              <a:chExt cx="2640957" cy="407563"/>
            </a:xfrm>
            <a:effectLst/>
          </p:grpSpPr>
          <p:sp>
            <p:nvSpPr>
              <p:cNvPr id="82" name="1 つの角を切り取った四角形 7">
                <a:extLst>
                  <a:ext uri="{FF2B5EF4-FFF2-40B4-BE49-F238E27FC236}">
                    <a16:creationId xmlns:a16="http://schemas.microsoft.com/office/drawing/2014/main" id="{6B5C0FFC-27F6-91CB-D671-39EF51E837EC}"/>
                  </a:ext>
                </a:extLst>
              </p:cNvPr>
              <p:cNvSpPr/>
              <p:nvPr userDrawn="1"/>
            </p:nvSpPr>
            <p:spPr>
              <a:xfrm rot="5400000">
                <a:off x="462170" y="-467650"/>
                <a:ext cx="407562" cy="1342865"/>
              </a:xfrm>
              <a:prstGeom prst="snip1Rect">
                <a:avLst>
                  <a:gd name="adj" fmla="val 50000"/>
                </a:avLst>
              </a:prstGeom>
              <a:solidFill>
                <a:srgbClr val="FFD70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ja-JP" altLang="en-US" sz="405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  <p:sp>
            <p:nvSpPr>
              <p:cNvPr id="83" name="正方形/長方形 8">
                <a:extLst>
                  <a:ext uri="{FF2B5EF4-FFF2-40B4-BE49-F238E27FC236}">
                    <a16:creationId xmlns:a16="http://schemas.microsoft.com/office/drawing/2014/main" id="{A61958C3-CB7D-3CC5-10F2-CEC9F4FDD8A2}"/>
                  </a:ext>
                </a:extLst>
              </p:cNvPr>
              <p:cNvSpPr/>
              <p:nvPr userDrawn="1"/>
            </p:nvSpPr>
            <p:spPr>
              <a:xfrm>
                <a:off x="0" y="1"/>
                <a:ext cx="2635475" cy="230187"/>
              </a:xfrm>
              <a:prstGeom prst="rect">
                <a:avLst/>
              </a:prstGeom>
              <a:solidFill>
                <a:srgbClr val="FFD70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ja-JP" altLang="en-US" sz="405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</p:grpSp>
        <p:sp>
          <p:nvSpPr>
            <p:cNvPr id="77" name="文字方塊 76">
              <a:extLst>
                <a:ext uri="{FF2B5EF4-FFF2-40B4-BE49-F238E27FC236}">
                  <a16:creationId xmlns:a16="http://schemas.microsoft.com/office/drawing/2014/main" id="{5FCAC073-690C-5CD9-0966-4F81C69B561A}"/>
                </a:ext>
              </a:extLst>
            </p:cNvPr>
            <p:cNvSpPr txBox="1"/>
            <p:nvPr/>
          </p:nvSpPr>
          <p:spPr>
            <a:xfrm>
              <a:off x="3459371" y="-405"/>
              <a:ext cx="15568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dirty="0">
                  <a:solidFill>
                    <a:srgbClr val="C32C30"/>
                  </a:solidFill>
                  <a:latin typeface="Fanuc Logo1.0" panose="020B0603050302020204" pitchFamily="34" charset="0"/>
                </a:rPr>
                <a:t>FANUC</a:t>
              </a:r>
              <a:endParaRPr lang="zh-TW" altLang="en-US" sz="2400" dirty="0">
                <a:solidFill>
                  <a:srgbClr val="C32C30"/>
                </a:solidFill>
                <a:latin typeface="Fanuc Logo1.0" panose="020B0603050302020204" pitchFamily="34" charset="0"/>
              </a:endParaRPr>
            </a:p>
          </p:txBody>
        </p:sp>
        <p:grpSp>
          <p:nvGrpSpPr>
            <p:cNvPr id="78" name="グループ化 6">
              <a:extLst>
                <a:ext uri="{FF2B5EF4-FFF2-40B4-BE49-F238E27FC236}">
                  <a16:creationId xmlns:a16="http://schemas.microsoft.com/office/drawing/2014/main" id="{7754DE37-8C59-F551-3DC7-865589D13530}"/>
                </a:ext>
              </a:extLst>
            </p:cNvPr>
            <p:cNvGrpSpPr/>
            <p:nvPr/>
          </p:nvGrpSpPr>
          <p:grpSpPr>
            <a:xfrm rot="10800000">
              <a:off x="3431858" y="3939216"/>
              <a:ext cx="3429000" cy="199268"/>
              <a:chOff x="-1" y="1"/>
              <a:chExt cx="2635476" cy="407563"/>
            </a:xfrm>
            <a:effectLst/>
          </p:grpSpPr>
          <p:sp>
            <p:nvSpPr>
              <p:cNvPr id="80" name="1 つの角を切り取った四角形 7">
                <a:extLst>
                  <a:ext uri="{FF2B5EF4-FFF2-40B4-BE49-F238E27FC236}">
                    <a16:creationId xmlns:a16="http://schemas.microsoft.com/office/drawing/2014/main" id="{B18F3973-ABAC-7CD8-CDA0-761C0160939B}"/>
                  </a:ext>
                </a:extLst>
              </p:cNvPr>
              <p:cNvSpPr/>
              <p:nvPr userDrawn="1"/>
            </p:nvSpPr>
            <p:spPr>
              <a:xfrm rot="5400000">
                <a:off x="467651" y="-467650"/>
                <a:ext cx="407562" cy="1342865"/>
              </a:xfrm>
              <a:prstGeom prst="snip1Rect">
                <a:avLst>
                  <a:gd name="adj" fmla="val 50000"/>
                </a:avLst>
              </a:prstGeom>
              <a:solidFill>
                <a:srgbClr val="FFD70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ja-JP" altLang="en-US" sz="405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  <p:sp>
            <p:nvSpPr>
              <p:cNvPr id="81" name="正方形/長方形 8">
                <a:extLst>
                  <a:ext uri="{FF2B5EF4-FFF2-40B4-BE49-F238E27FC236}">
                    <a16:creationId xmlns:a16="http://schemas.microsoft.com/office/drawing/2014/main" id="{0C1E55B6-F11D-FD22-ED53-E78E5CDF083A}"/>
                  </a:ext>
                </a:extLst>
              </p:cNvPr>
              <p:cNvSpPr/>
              <p:nvPr userDrawn="1"/>
            </p:nvSpPr>
            <p:spPr>
              <a:xfrm>
                <a:off x="0" y="1"/>
                <a:ext cx="2635475" cy="230187"/>
              </a:xfrm>
              <a:prstGeom prst="rect">
                <a:avLst/>
              </a:prstGeom>
              <a:solidFill>
                <a:srgbClr val="FFD70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ja-JP" altLang="en-US" sz="405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</p:grpSp>
      </p:grpSp>
      <p:grpSp>
        <p:nvGrpSpPr>
          <p:cNvPr id="85" name="群組 84">
            <a:extLst>
              <a:ext uri="{FF2B5EF4-FFF2-40B4-BE49-F238E27FC236}">
                <a16:creationId xmlns:a16="http://schemas.microsoft.com/office/drawing/2014/main" id="{47DE9A00-513A-2110-DBEB-C1800D059452}"/>
              </a:ext>
            </a:extLst>
          </p:cNvPr>
          <p:cNvGrpSpPr/>
          <p:nvPr/>
        </p:nvGrpSpPr>
        <p:grpSpPr>
          <a:xfrm>
            <a:off x="-3325" y="-1206"/>
            <a:ext cx="3440100" cy="4139377"/>
            <a:chOff x="3434239" y="-893"/>
            <a:chExt cx="3440100" cy="4139377"/>
          </a:xfrm>
        </p:grpSpPr>
        <p:grpSp>
          <p:nvGrpSpPr>
            <p:cNvPr id="86" name="グループ化 6">
              <a:extLst>
                <a:ext uri="{FF2B5EF4-FFF2-40B4-BE49-F238E27FC236}">
                  <a16:creationId xmlns:a16="http://schemas.microsoft.com/office/drawing/2014/main" id="{CEAE5DFD-D0AA-64D4-EC29-1724AB8776DB}"/>
                </a:ext>
              </a:extLst>
            </p:cNvPr>
            <p:cNvGrpSpPr/>
            <p:nvPr/>
          </p:nvGrpSpPr>
          <p:grpSpPr>
            <a:xfrm>
              <a:off x="3434715" y="-893"/>
              <a:ext cx="3439624" cy="524450"/>
              <a:chOff x="-3655" y="1"/>
              <a:chExt cx="2639130" cy="407563"/>
            </a:xfrm>
            <a:effectLst/>
          </p:grpSpPr>
          <p:sp>
            <p:nvSpPr>
              <p:cNvPr id="92" name="1 つの角を切り取った四角形 7">
                <a:extLst>
                  <a:ext uri="{FF2B5EF4-FFF2-40B4-BE49-F238E27FC236}">
                    <a16:creationId xmlns:a16="http://schemas.microsoft.com/office/drawing/2014/main" id="{F46AC32D-8C8E-83FD-97DD-DC4E8BFEB697}"/>
                  </a:ext>
                </a:extLst>
              </p:cNvPr>
              <p:cNvSpPr/>
              <p:nvPr userDrawn="1"/>
            </p:nvSpPr>
            <p:spPr>
              <a:xfrm rot="5400000">
                <a:off x="463997" y="-467650"/>
                <a:ext cx="407562" cy="1342865"/>
              </a:xfrm>
              <a:prstGeom prst="snip1Rect">
                <a:avLst>
                  <a:gd name="adj" fmla="val 50000"/>
                </a:avLst>
              </a:prstGeom>
              <a:solidFill>
                <a:srgbClr val="FFD70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ja-JP" altLang="en-US" sz="405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  <p:sp>
            <p:nvSpPr>
              <p:cNvPr id="93" name="正方形/長方形 8">
                <a:extLst>
                  <a:ext uri="{FF2B5EF4-FFF2-40B4-BE49-F238E27FC236}">
                    <a16:creationId xmlns:a16="http://schemas.microsoft.com/office/drawing/2014/main" id="{BB264B80-DEA2-E93F-7DF1-C9D0383ACF4A}"/>
                  </a:ext>
                </a:extLst>
              </p:cNvPr>
              <p:cNvSpPr/>
              <p:nvPr userDrawn="1"/>
            </p:nvSpPr>
            <p:spPr>
              <a:xfrm>
                <a:off x="0" y="1"/>
                <a:ext cx="2635475" cy="230187"/>
              </a:xfrm>
              <a:prstGeom prst="rect">
                <a:avLst/>
              </a:prstGeom>
              <a:solidFill>
                <a:srgbClr val="FFD70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ja-JP" altLang="en-US" sz="405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</p:grpSp>
        <p:sp>
          <p:nvSpPr>
            <p:cNvPr id="87" name="文字方塊 86">
              <a:extLst>
                <a:ext uri="{FF2B5EF4-FFF2-40B4-BE49-F238E27FC236}">
                  <a16:creationId xmlns:a16="http://schemas.microsoft.com/office/drawing/2014/main" id="{9E28D1A2-4BDD-9EAF-C44F-6228C39AC507}"/>
                </a:ext>
              </a:extLst>
            </p:cNvPr>
            <p:cNvSpPr txBox="1"/>
            <p:nvPr/>
          </p:nvSpPr>
          <p:spPr>
            <a:xfrm>
              <a:off x="3459371" y="-405"/>
              <a:ext cx="15568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dirty="0">
                  <a:solidFill>
                    <a:srgbClr val="C32C30"/>
                  </a:solidFill>
                  <a:latin typeface="Fanuc Logo1.0" panose="020B0603050302020204" pitchFamily="34" charset="0"/>
                </a:rPr>
                <a:t>FANUC</a:t>
              </a:r>
              <a:endParaRPr lang="zh-TW" altLang="en-US" sz="2400" dirty="0">
                <a:solidFill>
                  <a:srgbClr val="C32C30"/>
                </a:solidFill>
                <a:latin typeface="Fanuc Logo1.0" panose="020B0603050302020204" pitchFamily="34" charset="0"/>
              </a:endParaRPr>
            </a:p>
          </p:txBody>
        </p:sp>
        <p:grpSp>
          <p:nvGrpSpPr>
            <p:cNvPr id="88" name="グループ化 6">
              <a:extLst>
                <a:ext uri="{FF2B5EF4-FFF2-40B4-BE49-F238E27FC236}">
                  <a16:creationId xmlns:a16="http://schemas.microsoft.com/office/drawing/2014/main" id="{94900C87-5463-55D0-F51B-F897943D162A}"/>
                </a:ext>
              </a:extLst>
            </p:cNvPr>
            <p:cNvGrpSpPr/>
            <p:nvPr/>
          </p:nvGrpSpPr>
          <p:grpSpPr>
            <a:xfrm rot="10800000">
              <a:off x="3434239" y="3939216"/>
              <a:ext cx="3431380" cy="199268"/>
              <a:chOff x="-3660" y="-1"/>
              <a:chExt cx="2637305" cy="407563"/>
            </a:xfrm>
            <a:effectLst/>
          </p:grpSpPr>
          <p:sp>
            <p:nvSpPr>
              <p:cNvPr id="90" name="1 つの角を切り取った四角形 7">
                <a:extLst>
                  <a:ext uri="{FF2B5EF4-FFF2-40B4-BE49-F238E27FC236}">
                    <a16:creationId xmlns:a16="http://schemas.microsoft.com/office/drawing/2014/main" id="{1F2D558F-C9C5-856B-2287-C33C96F2251D}"/>
                  </a:ext>
                </a:extLst>
              </p:cNvPr>
              <p:cNvSpPr/>
              <p:nvPr userDrawn="1"/>
            </p:nvSpPr>
            <p:spPr>
              <a:xfrm rot="5400000">
                <a:off x="463991" y="-467652"/>
                <a:ext cx="407563" cy="1342865"/>
              </a:xfrm>
              <a:prstGeom prst="snip1Rect">
                <a:avLst>
                  <a:gd name="adj" fmla="val 50000"/>
                </a:avLst>
              </a:prstGeom>
              <a:solidFill>
                <a:srgbClr val="FFD70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ja-JP" altLang="en-US" sz="405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  <p:sp>
            <p:nvSpPr>
              <p:cNvPr id="91" name="正方形/長方形 8">
                <a:extLst>
                  <a:ext uri="{FF2B5EF4-FFF2-40B4-BE49-F238E27FC236}">
                    <a16:creationId xmlns:a16="http://schemas.microsoft.com/office/drawing/2014/main" id="{B7661BC0-51C9-6C73-08EA-7D4F197AA316}"/>
                  </a:ext>
                </a:extLst>
              </p:cNvPr>
              <p:cNvSpPr/>
              <p:nvPr userDrawn="1"/>
            </p:nvSpPr>
            <p:spPr>
              <a:xfrm>
                <a:off x="-1830" y="0"/>
                <a:ext cx="2635475" cy="230186"/>
              </a:xfrm>
              <a:prstGeom prst="rect">
                <a:avLst/>
              </a:prstGeom>
              <a:solidFill>
                <a:srgbClr val="FFD70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ja-JP" altLang="en-US" sz="405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</p:grpSp>
      </p:grpSp>
      <p:grpSp>
        <p:nvGrpSpPr>
          <p:cNvPr id="95" name="群組 94">
            <a:extLst>
              <a:ext uri="{FF2B5EF4-FFF2-40B4-BE49-F238E27FC236}">
                <a16:creationId xmlns:a16="http://schemas.microsoft.com/office/drawing/2014/main" id="{C11E03C6-FE33-ED9B-1229-9BEED6A12061}"/>
              </a:ext>
            </a:extLst>
          </p:cNvPr>
          <p:cNvGrpSpPr/>
          <p:nvPr/>
        </p:nvGrpSpPr>
        <p:grpSpPr>
          <a:xfrm>
            <a:off x="-5545" y="4141660"/>
            <a:ext cx="3439624" cy="4139377"/>
            <a:chOff x="3434715" y="-893"/>
            <a:chExt cx="3439624" cy="4139377"/>
          </a:xfrm>
        </p:grpSpPr>
        <p:grpSp>
          <p:nvGrpSpPr>
            <p:cNvPr id="96" name="グループ化 6">
              <a:extLst>
                <a:ext uri="{FF2B5EF4-FFF2-40B4-BE49-F238E27FC236}">
                  <a16:creationId xmlns:a16="http://schemas.microsoft.com/office/drawing/2014/main" id="{2EFD8D79-E98C-F367-94A5-B4F34A4F25EE}"/>
                </a:ext>
              </a:extLst>
            </p:cNvPr>
            <p:cNvGrpSpPr/>
            <p:nvPr/>
          </p:nvGrpSpPr>
          <p:grpSpPr>
            <a:xfrm>
              <a:off x="3434715" y="-893"/>
              <a:ext cx="3439624" cy="524450"/>
              <a:chOff x="-3655" y="1"/>
              <a:chExt cx="2639130" cy="407563"/>
            </a:xfrm>
            <a:effectLst/>
          </p:grpSpPr>
          <p:sp>
            <p:nvSpPr>
              <p:cNvPr id="102" name="1 つの角を切り取った四角形 7">
                <a:extLst>
                  <a:ext uri="{FF2B5EF4-FFF2-40B4-BE49-F238E27FC236}">
                    <a16:creationId xmlns:a16="http://schemas.microsoft.com/office/drawing/2014/main" id="{9094D7DD-144F-439C-6B17-5C2EBFBCF1BF}"/>
                  </a:ext>
                </a:extLst>
              </p:cNvPr>
              <p:cNvSpPr/>
              <p:nvPr userDrawn="1"/>
            </p:nvSpPr>
            <p:spPr>
              <a:xfrm rot="5400000">
                <a:off x="463997" y="-467650"/>
                <a:ext cx="407562" cy="1342865"/>
              </a:xfrm>
              <a:prstGeom prst="snip1Rect">
                <a:avLst>
                  <a:gd name="adj" fmla="val 50000"/>
                </a:avLst>
              </a:prstGeom>
              <a:solidFill>
                <a:srgbClr val="FFD70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ja-JP" altLang="en-US" sz="405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  <p:sp>
            <p:nvSpPr>
              <p:cNvPr id="103" name="正方形/長方形 8">
                <a:extLst>
                  <a:ext uri="{FF2B5EF4-FFF2-40B4-BE49-F238E27FC236}">
                    <a16:creationId xmlns:a16="http://schemas.microsoft.com/office/drawing/2014/main" id="{51CA8B41-8595-866A-0CC1-9255CD2E1F0E}"/>
                  </a:ext>
                </a:extLst>
              </p:cNvPr>
              <p:cNvSpPr/>
              <p:nvPr userDrawn="1"/>
            </p:nvSpPr>
            <p:spPr>
              <a:xfrm>
                <a:off x="0" y="1"/>
                <a:ext cx="2635475" cy="230187"/>
              </a:xfrm>
              <a:prstGeom prst="rect">
                <a:avLst/>
              </a:prstGeom>
              <a:solidFill>
                <a:srgbClr val="FFD70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ja-JP" altLang="en-US" sz="405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</p:grpSp>
        <p:sp>
          <p:nvSpPr>
            <p:cNvPr id="97" name="文字方塊 96">
              <a:extLst>
                <a:ext uri="{FF2B5EF4-FFF2-40B4-BE49-F238E27FC236}">
                  <a16:creationId xmlns:a16="http://schemas.microsoft.com/office/drawing/2014/main" id="{31CC7858-3394-5E6B-95F3-723F71CEBCB0}"/>
                </a:ext>
              </a:extLst>
            </p:cNvPr>
            <p:cNvSpPr txBox="1"/>
            <p:nvPr/>
          </p:nvSpPr>
          <p:spPr>
            <a:xfrm>
              <a:off x="3459371" y="-405"/>
              <a:ext cx="15568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dirty="0">
                  <a:solidFill>
                    <a:srgbClr val="C32C30"/>
                  </a:solidFill>
                  <a:latin typeface="Fanuc Logo1.0" panose="020B0603050302020204" pitchFamily="34" charset="0"/>
                </a:rPr>
                <a:t>FANUC</a:t>
              </a:r>
              <a:endParaRPr lang="zh-TW" altLang="en-US" sz="2400" dirty="0">
                <a:solidFill>
                  <a:srgbClr val="C32C30"/>
                </a:solidFill>
                <a:latin typeface="Fanuc Logo1.0" panose="020B0603050302020204" pitchFamily="34" charset="0"/>
              </a:endParaRPr>
            </a:p>
          </p:txBody>
        </p:sp>
        <p:grpSp>
          <p:nvGrpSpPr>
            <p:cNvPr id="98" name="グループ化 6">
              <a:extLst>
                <a:ext uri="{FF2B5EF4-FFF2-40B4-BE49-F238E27FC236}">
                  <a16:creationId xmlns:a16="http://schemas.microsoft.com/office/drawing/2014/main" id="{9D61ADA8-7158-679B-40CF-A8B377B9DA58}"/>
                </a:ext>
              </a:extLst>
            </p:cNvPr>
            <p:cNvGrpSpPr/>
            <p:nvPr/>
          </p:nvGrpSpPr>
          <p:grpSpPr>
            <a:xfrm rot="10800000">
              <a:off x="3441383" y="3939216"/>
              <a:ext cx="3429001" cy="199268"/>
              <a:chOff x="-7322" y="-1"/>
              <a:chExt cx="2635477" cy="407563"/>
            </a:xfrm>
            <a:effectLst/>
          </p:grpSpPr>
          <p:sp>
            <p:nvSpPr>
              <p:cNvPr id="100" name="1 つの角を切り取った四角形 7">
                <a:extLst>
                  <a:ext uri="{FF2B5EF4-FFF2-40B4-BE49-F238E27FC236}">
                    <a16:creationId xmlns:a16="http://schemas.microsoft.com/office/drawing/2014/main" id="{5D937A79-1A0A-0548-8ED3-D5E68ED78F9F}"/>
                  </a:ext>
                </a:extLst>
              </p:cNvPr>
              <p:cNvSpPr/>
              <p:nvPr userDrawn="1"/>
            </p:nvSpPr>
            <p:spPr>
              <a:xfrm rot="5400000">
                <a:off x="460329" y="-467652"/>
                <a:ext cx="407563" cy="1342865"/>
              </a:xfrm>
              <a:prstGeom prst="snip1Rect">
                <a:avLst>
                  <a:gd name="adj" fmla="val 50000"/>
                </a:avLst>
              </a:prstGeom>
              <a:solidFill>
                <a:srgbClr val="FFD70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ja-JP" altLang="en-US" sz="405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  <p:sp>
            <p:nvSpPr>
              <p:cNvPr id="101" name="正方形/長方形 8">
                <a:extLst>
                  <a:ext uri="{FF2B5EF4-FFF2-40B4-BE49-F238E27FC236}">
                    <a16:creationId xmlns:a16="http://schemas.microsoft.com/office/drawing/2014/main" id="{8C81B6BC-7141-481F-5B08-219486B183D9}"/>
                  </a:ext>
                </a:extLst>
              </p:cNvPr>
              <p:cNvSpPr/>
              <p:nvPr userDrawn="1"/>
            </p:nvSpPr>
            <p:spPr>
              <a:xfrm>
                <a:off x="-7320" y="1"/>
                <a:ext cx="2635475" cy="230186"/>
              </a:xfrm>
              <a:prstGeom prst="rect">
                <a:avLst/>
              </a:prstGeom>
              <a:solidFill>
                <a:srgbClr val="FFD70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ja-JP" altLang="en-US" sz="405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</p:grpSp>
      </p:grp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3B4F8832-C7F9-2830-E196-1488CF67C7B8}"/>
              </a:ext>
            </a:extLst>
          </p:cNvPr>
          <p:cNvCxnSpPr/>
          <p:nvPr/>
        </p:nvCxnSpPr>
        <p:spPr>
          <a:xfrm flipV="1">
            <a:off x="3429000" y="0"/>
            <a:ext cx="0" cy="990600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4ECAFE98-7905-C1A5-54F8-AB4A76D57CA0}"/>
              </a:ext>
            </a:extLst>
          </p:cNvPr>
          <p:cNvCxnSpPr/>
          <p:nvPr/>
        </p:nvCxnSpPr>
        <p:spPr>
          <a:xfrm>
            <a:off x="0" y="4137660"/>
            <a:ext cx="685800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8EF4687B-244E-0951-C87B-5F74AC358862}"/>
              </a:ext>
            </a:extLst>
          </p:cNvPr>
          <p:cNvCxnSpPr/>
          <p:nvPr/>
        </p:nvCxnSpPr>
        <p:spPr>
          <a:xfrm>
            <a:off x="7620" y="8275320"/>
            <a:ext cx="685800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06DC68E2-45B3-9D4B-6D16-10707826E5C1}"/>
              </a:ext>
            </a:extLst>
          </p:cNvPr>
          <p:cNvSpPr/>
          <p:nvPr/>
        </p:nvSpPr>
        <p:spPr>
          <a:xfrm>
            <a:off x="38100" y="1343128"/>
            <a:ext cx="3371850" cy="4724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展示機詳細資訊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7EF3AEA-C9E8-3FFC-1149-5A3BE9FF6FC1}"/>
              </a:ext>
            </a:extLst>
          </p:cNvPr>
          <p:cNvSpPr/>
          <p:nvPr/>
        </p:nvSpPr>
        <p:spPr>
          <a:xfrm>
            <a:off x="3447860" y="821634"/>
            <a:ext cx="3371850" cy="4724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>
                <a:solidFill>
                  <a:schemeClr val="tx1"/>
                </a:solidFill>
                <a:latin typeface="Fanuc Logo1.0" panose="020B0603050302020204" pitchFamily="34" charset="0"/>
                <a:ea typeface="微軟正黑體" panose="020B0604030504040204" pitchFamily="34" charset="-120"/>
              </a:rPr>
              <a:t>CRX</a:t>
            </a:r>
            <a:r>
              <a:rPr lang="zh-TW" altLang="en-US" sz="2400" b="1" dirty="0">
                <a:solidFill>
                  <a:schemeClr val="tx1"/>
                </a:solidFill>
                <a:latin typeface="Fanuc Logo1.0" panose="020B0603050302020204" pitchFamily="34" charset="0"/>
                <a:ea typeface="微軟正黑體" panose="020B0604030504040204" pitchFamily="34" charset="-120"/>
              </a:rPr>
              <a:t> </a:t>
            </a:r>
            <a:r>
              <a:rPr lang="zh-TW" altLang="en-US" sz="2400" b="1" dirty="0">
                <a:solidFill>
                  <a:schemeClr val="tx1"/>
                </a:solidFill>
                <a:latin typeface="Arial Black" panose="020B0A04020102020204" pitchFamily="34" charset="0"/>
                <a:ea typeface="微軟正黑體" panose="020B0604030504040204" pitchFamily="34" charset="-120"/>
              </a:rPr>
              <a:t>進行精密組裝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FF2E067-3C95-E24C-E299-9C7C12EF9E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82514" y="1910344"/>
            <a:ext cx="1800000" cy="180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729F24FF-9A6F-7E31-92B2-003254E6B473}"/>
              </a:ext>
            </a:extLst>
          </p:cNvPr>
          <p:cNvSpPr/>
          <p:nvPr/>
        </p:nvSpPr>
        <p:spPr>
          <a:xfrm>
            <a:off x="3470984" y="1350090"/>
            <a:ext cx="3371850" cy="4724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展示機詳細資訊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5E8D80F-F6EE-11BD-C7EC-3114D05E9490}"/>
              </a:ext>
            </a:extLst>
          </p:cNvPr>
          <p:cNvSpPr/>
          <p:nvPr/>
        </p:nvSpPr>
        <p:spPr>
          <a:xfrm>
            <a:off x="33420" y="4929894"/>
            <a:ext cx="3371850" cy="4724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solidFill>
                  <a:schemeClr val="tx1"/>
                </a:solidFill>
                <a:latin typeface="Fanuc Logo1.0" panose="020B0603050302020204" pitchFamily="34" charset="0"/>
                <a:ea typeface="微軟正黑體" panose="020B0604030504040204" pitchFamily="34" charset="-120"/>
              </a:rPr>
              <a:t>上下料模組 </a:t>
            </a:r>
            <a:endParaRPr lang="en-US" altLang="zh-TW" sz="2400" b="1" dirty="0">
              <a:solidFill>
                <a:schemeClr val="tx1"/>
              </a:solidFill>
              <a:latin typeface="Fanuc Logo1.0" panose="020B0603050302020204" pitchFamily="34" charset="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400" b="1" dirty="0">
                <a:solidFill>
                  <a:schemeClr val="tx1"/>
                </a:solidFill>
                <a:latin typeface="Fanuc Logo1.0" panose="020B0603050302020204" pitchFamily="34" charset="0"/>
                <a:ea typeface="微軟正黑體" panose="020B0604030504040204" pitchFamily="34" charset="-120"/>
              </a:rPr>
              <a:t>一站式解決方案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E04E1572-3922-14B6-E365-E1E255033A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5287" y="6042411"/>
            <a:ext cx="1800000" cy="180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28A819A4-2121-AFA3-5021-E93F7435E956}"/>
              </a:ext>
            </a:extLst>
          </p:cNvPr>
          <p:cNvSpPr/>
          <p:nvPr/>
        </p:nvSpPr>
        <p:spPr>
          <a:xfrm>
            <a:off x="39361" y="5475195"/>
            <a:ext cx="3371850" cy="4724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展示機詳細資訊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79D4B34-48A4-B404-576D-92BC533C768B}"/>
              </a:ext>
            </a:extLst>
          </p:cNvPr>
          <p:cNvSpPr/>
          <p:nvPr/>
        </p:nvSpPr>
        <p:spPr>
          <a:xfrm>
            <a:off x="3470984" y="4945600"/>
            <a:ext cx="3371850" cy="4724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>
                <a:solidFill>
                  <a:schemeClr val="tx1"/>
                </a:solidFill>
                <a:latin typeface="Fanuc Logo1.0" panose="020B0603050302020204" pitchFamily="34" charset="0"/>
                <a:ea typeface="微軟正黑體" panose="020B0604030504040204" pitchFamily="34" charset="-120"/>
              </a:rPr>
              <a:t>AI</a:t>
            </a:r>
            <a:r>
              <a:rPr lang="zh-TW" altLang="en-US" sz="2400" b="1" dirty="0">
                <a:solidFill>
                  <a:schemeClr val="tx1"/>
                </a:solidFill>
                <a:latin typeface="Fanuc Logo1.0" panose="020B0603050302020204" pitchFamily="34" charset="0"/>
                <a:ea typeface="微軟正黑體" panose="020B0604030504040204" pitchFamily="34" charset="-120"/>
              </a:rPr>
              <a:t>箱體定位 </a:t>
            </a:r>
            <a:endParaRPr lang="en-US" altLang="zh-TW" sz="2400" b="1" dirty="0">
              <a:solidFill>
                <a:schemeClr val="tx1"/>
              </a:solidFill>
              <a:latin typeface="Fanuc Logo1.0" panose="020B0603050302020204" pitchFamily="34" charset="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400" b="1" dirty="0">
                <a:solidFill>
                  <a:schemeClr val="tx1"/>
                </a:solidFill>
                <a:latin typeface="Fanuc Logo1.0" panose="020B0603050302020204" pitchFamily="34" charset="0"/>
                <a:ea typeface="微軟正黑體" panose="020B0604030504040204" pitchFamily="34" charset="-120"/>
              </a:rPr>
              <a:t>對籠車疊棧</a:t>
            </a: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98A1CFCA-62DF-BD69-9E14-4FFD61B708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83775" y="6042411"/>
            <a:ext cx="1800000" cy="180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CDD8FF26-80BD-D065-C6B9-ECAF44F44046}"/>
              </a:ext>
            </a:extLst>
          </p:cNvPr>
          <p:cNvSpPr/>
          <p:nvPr/>
        </p:nvSpPr>
        <p:spPr>
          <a:xfrm>
            <a:off x="3472245" y="5482157"/>
            <a:ext cx="3371850" cy="4724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展示機詳細資訊</a:t>
            </a:r>
          </a:p>
        </p:txBody>
      </p:sp>
    </p:spTree>
    <p:extLst>
      <p:ext uri="{BB962C8B-B14F-4D97-AF65-F5344CB8AC3E}">
        <p14:creationId xmlns:p14="http://schemas.microsoft.com/office/powerpoint/2010/main" val="3747899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BAB07-7570-FE5F-5917-47EE9D6E4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群組 114">
            <a:extLst>
              <a:ext uri="{FF2B5EF4-FFF2-40B4-BE49-F238E27FC236}">
                <a16:creationId xmlns:a16="http://schemas.microsoft.com/office/drawing/2014/main" id="{E41AC639-9F40-907D-5641-872B76BCA98B}"/>
              </a:ext>
            </a:extLst>
          </p:cNvPr>
          <p:cNvGrpSpPr/>
          <p:nvPr/>
        </p:nvGrpSpPr>
        <p:grpSpPr>
          <a:xfrm>
            <a:off x="3433119" y="4138562"/>
            <a:ext cx="3442481" cy="4139377"/>
            <a:chOff x="3431858" y="-893"/>
            <a:chExt cx="3442481" cy="4139377"/>
          </a:xfrm>
        </p:grpSpPr>
        <p:grpSp>
          <p:nvGrpSpPr>
            <p:cNvPr id="116" name="グループ化 6">
              <a:extLst>
                <a:ext uri="{FF2B5EF4-FFF2-40B4-BE49-F238E27FC236}">
                  <a16:creationId xmlns:a16="http://schemas.microsoft.com/office/drawing/2014/main" id="{EA438BA4-01C9-57E5-C7E8-A7CF7C231A74}"/>
                </a:ext>
              </a:extLst>
            </p:cNvPr>
            <p:cNvGrpSpPr/>
            <p:nvPr/>
          </p:nvGrpSpPr>
          <p:grpSpPr>
            <a:xfrm>
              <a:off x="3432334" y="-893"/>
              <a:ext cx="3442005" cy="524450"/>
              <a:chOff x="-5482" y="1"/>
              <a:chExt cx="2640957" cy="407563"/>
            </a:xfrm>
            <a:effectLst/>
          </p:grpSpPr>
          <p:sp>
            <p:nvSpPr>
              <p:cNvPr id="122" name="1 つの角を切り取った四角形 7">
                <a:extLst>
                  <a:ext uri="{FF2B5EF4-FFF2-40B4-BE49-F238E27FC236}">
                    <a16:creationId xmlns:a16="http://schemas.microsoft.com/office/drawing/2014/main" id="{9E22D3A8-F055-B9CF-B8B2-89B8706B09CC}"/>
                  </a:ext>
                </a:extLst>
              </p:cNvPr>
              <p:cNvSpPr/>
              <p:nvPr userDrawn="1"/>
            </p:nvSpPr>
            <p:spPr>
              <a:xfrm rot="5400000">
                <a:off x="462170" y="-467650"/>
                <a:ext cx="407562" cy="1342865"/>
              </a:xfrm>
              <a:prstGeom prst="snip1Rect">
                <a:avLst>
                  <a:gd name="adj" fmla="val 50000"/>
                </a:avLst>
              </a:prstGeom>
              <a:solidFill>
                <a:srgbClr val="FFD70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ja-JP" altLang="en-US" sz="405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  <p:sp>
            <p:nvSpPr>
              <p:cNvPr id="123" name="正方形/長方形 8">
                <a:extLst>
                  <a:ext uri="{FF2B5EF4-FFF2-40B4-BE49-F238E27FC236}">
                    <a16:creationId xmlns:a16="http://schemas.microsoft.com/office/drawing/2014/main" id="{C7D2F0A5-8D9A-1972-C978-69DB55C9D27B}"/>
                  </a:ext>
                </a:extLst>
              </p:cNvPr>
              <p:cNvSpPr/>
              <p:nvPr userDrawn="1"/>
            </p:nvSpPr>
            <p:spPr>
              <a:xfrm>
                <a:off x="0" y="1"/>
                <a:ext cx="2635475" cy="230187"/>
              </a:xfrm>
              <a:prstGeom prst="rect">
                <a:avLst/>
              </a:prstGeom>
              <a:solidFill>
                <a:srgbClr val="FFD70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ja-JP" altLang="en-US" sz="405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</p:grpSp>
        <p:sp>
          <p:nvSpPr>
            <p:cNvPr id="117" name="文字方塊 116">
              <a:extLst>
                <a:ext uri="{FF2B5EF4-FFF2-40B4-BE49-F238E27FC236}">
                  <a16:creationId xmlns:a16="http://schemas.microsoft.com/office/drawing/2014/main" id="{E2F77622-DCA3-A332-AF28-86DA202563D9}"/>
                </a:ext>
              </a:extLst>
            </p:cNvPr>
            <p:cNvSpPr txBox="1"/>
            <p:nvPr/>
          </p:nvSpPr>
          <p:spPr>
            <a:xfrm>
              <a:off x="3459371" y="-405"/>
              <a:ext cx="15568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dirty="0">
                  <a:solidFill>
                    <a:srgbClr val="C32C30"/>
                  </a:solidFill>
                  <a:latin typeface="Fanuc Logo1.0" panose="020B0603050302020204" pitchFamily="34" charset="0"/>
                </a:rPr>
                <a:t>FANUC</a:t>
              </a:r>
              <a:endParaRPr lang="zh-TW" altLang="en-US" sz="2400" dirty="0">
                <a:solidFill>
                  <a:srgbClr val="C32C30"/>
                </a:solidFill>
                <a:latin typeface="Fanuc Logo1.0" panose="020B0603050302020204" pitchFamily="34" charset="0"/>
              </a:endParaRPr>
            </a:p>
          </p:txBody>
        </p:sp>
        <p:grpSp>
          <p:nvGrpSpPr>
            <p:cNvPr id="118" name="グループ化 6">
              <a:extLst>
                <a:ext uri="{FF2B5EF4-FFF2-40B4-BE49-F238E27FC236}">
                  <a16:creationId xmlns:a16="http://schemas.microsoft.com/office/drawing/2014/main" id="{A352A512-02A8-F28B-29EA-21CCF8363D8C}"/>
                </a:ext>
              </a:extLst>
            </p:cNvPr>
            <p:cNvGrpSpPr/>
            <p:nvPr/>
          </p:nvGrpSpPr>
          <p:grpSpPr>
            <a:xfrm rot="10800000">
              <a:off x="3431858" y="3939216"/>
              <a:ext cx="3429000" cy="199268"/>
              <a:chOff x="-1" y="1"/>
              <a:chExt cx="2635476" cy="407563"/>
            </a:xfrm>
            <a:effectLst/>
          </p:grpSpPr>
          <p:sp>
            <p:nvSpPr>
              <p:cNvPr id="120" name="1 つの角を切り取った四角形 7">
                <a:extLst>
                  <a:ext uri="{FF2B5EF4-FFF2-40B4-BE49-F238E27FC236}">
                    <a16:creationId xmlns:a16="http://schemas.microsoft.com/office/drawing/2014/main" id="{EA76E81B-C2A8-B0E1-0C7F-93C4DD332FA9}"/>
                  </a:ext>
                </a:extLst>
              </p:cNvPr>
              <p:cNvSpPr/>
              <p:nvPr userDrawn="1"/>
            </p:nvSpPr>
            <p:spPr>
              <a:xfrm rot="5400000">
                <a:off x="467651" y="-467650"/>
                <a:ext cx="407562" cy="1342865"/>
              </a:xfrm>
              <a:prstGeom prst="snip1Rect">
                <a:avLst>
                  <a:gd name="adj" fmla="val 50000"/>
                </a:avLst>
              </a:prstGeom>
              <a:solidFill>
                <a:srgbClr val="FFD70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ja-JP" altLang="en-US" sz="405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  <p:sp>
            <p:nvSpPr>
              <p:cNvPr id="121" name="正方形/長方形 8">
                <a:extLst>
                  <a:ext uri="{FF2B5EF4-FFF2-40B4-BE49-F238E27FC236}">
                    <a16:creationId xmlns:a16="http://schemas.microsoft.com/office/drawing/2014/main" id="{B2D2359F-43F5-36BB-DFCE-FE236E6B8E44}"/>
                  </a:ext>
                </a:extLst>
              </p:cNvPr>
              <p:cNvSpPr/>
              <p:nvPr userDrawn="1"/>
            </p:nvSpPr>
            <p:spPr>
              <a:xfrm>
                <a:off x="0" y="1"/>
                <a:ext cx="2635475" cy="230187"/>
              </a:xfrm>
              <a:prstGeom prst="rect">
                <a:avLst/>
              </a:prstGeom>
              <a:solidFill>
                <a:srgbClr val="FFD70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ja-JP" altLang="en-US" sz="405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</p:grpSp>
      </p:grpSp>
      <p:sp>
        <p:nvSpPr>
          <p:cNvPr id="84" name="矩形 83">
            <a:extLst>
              <a:ext uri="{FF2B5EF4-FFF2-40B4-BE49-F238E27FC236}">
                <a16:creationId xmlns:a16="http://schemas.microsoft.com/office/drawing/2014/main" id="{B5CC413F-74A6-EE31-D8EC-900589EB5F29}"/>
              </a:ext>
            </a:extLst>
          </p:cNvPr>
          <p:cNvSpPr/>
          <p:nvPr/>
        </p:nvSpPr>
        <p:spPr>
          <a:xfrm>
            <a:off x="33420" y="802511"/>
            <a:ext cx="3371850" cy="4724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>
                <a:solidFill>
                  <a:schemeClr val="tx1"/>
                </a:solidFill>
                <a:latin typeface="Fanuc Logo1.0" panose="020B0603050302020204" pitchFamily="34" charset="0"/>
                <a:ea typeface="微軟正黑體" panose="020B0604030504040204" pitchFamily="34" charset="-120"/>
              </a:rPr>
              <a:t>AI </a:t>
            </a:r>
            <a:r>
              <a:rPr lang="zh-TW" altLang="en-US" sz="2400" b="1" dirty="0">
                <a:solidFill>
                  <a:schemeClr val="tx1"/>
                </a:solidFill>
                <a:latin typeface="Fanuc Logo1.0" panose="020B0603050302020204" pitchFamily="34" charset="0"/>
                <a:ea typeface="微軟正黑體" panose="020B0604030504040204" pitchFamily="34" charset="-120"/>
              </a:rPr>
              <a:t>良否判定</a:t>
            </a: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9AA90E20-2D7D-6BE8-05EF-4625338BD8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4026" y="1910344"/>
            <a:ext cx="1800000" cy="180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grpSp>
        <p:nvGrpSpPr>
          <p:cNvPr id="75" name="群組 74">
            <a:extLst>
              <a:ext uri="{FF2B5EF4-FFF2-40B4-BE49-F238E27FC236}">
                <a16:creationId xmlns:a16="http://schemas.microsoft.com/office/drawing/2014/main" id="{50A0B299-81F3-8A5C-9213-00671463B8DE}"/>
              </a:ext>
            </a:extLst>
          </p:cNvPr>
          <p:cNvGrpSpPr/>
          <p:nvPr/>
        </p:nvGrpSpPr>
        <p:grpSpPr>
          <a:xfrm>
            <a:off x="3431858" y="-893"/>
            <a:ext cx="3442481" cy="4139377"/>
            <a:chOff x="3431858" y="-893"/>
            <a:chExt cx="3442481" cy="4139377"/>
          </a:xfrm>
        </p:grpSpPr>
        <p:grpSp>
          <p:nvGrpSpPr>
            <p:cNvPr id="76" name="グループ化 6">
              <a:extLst>
                <a:ext uri="{FF2B5EF4-FFF2-40B4-BE49-F238E27FC236}">
                  <a16:creationId xmlns:a16="http://schemas.microsoft.com/office/drawing/2014/main" id="{E0132AA6-1FA9-9641-248C-32FAB8DF1213}"/>
                </a:ext>
              </a:extLst>
            </p:cNvPr>
            <p:cNvGrpSpPr/>
            <p:nvPr/>
          </p:nvGrpSpPr>
          <p:grpSpPr>
            <a:xfrm>
              <a:off x="3432334" y="-893"/>
              <a:ext cx="3442005" cy="524450"/>
              <a:chOff x="-5482" y="1"/>
              <a:chExt cx="2640957" cy="407563"/>
            </a:xfrm>
            <a:effectLst/>
          </p:grpSpPr>
          <p:sp>
            <p:nvSpPr>
              <p:cNvPr id="82" name="1 つの角を切り取った四角形 7">
                <a:extLst>
                  <a:ext uri="{FF2B5EF4-FFF2-40B4-BE49-F238E27FC236}">
                    <a16:creationId xmlns:a16="http://schemas.microsoft.com/office/drawing/2014/main" id="{0C90C850-0708-8C4B-9853-B5391F309754}"/>
                  </a:ext>
                </a:extLst>
              </p:cNvPr>
              <p:cNvSpPr/>
              <p:nvPr userDrawn="1"/>
            </p:nvSpPr>
            <p:spPr>
              <a:xfrm rot="5400000">
                <a:off x="462170" y="-467650"/>
                <a:ext cx="407562" cy="1342865"/>
              </a:xfrm>
              <a:prstGeom prst="snip1Rect">
                <a:avLst>
                  <a:gd name="adj" fmla="val 50000"/>
                </a:avLst>
              </a:prstGeom>
              <a:solidFill>
                <a:srgbClr val="FFD70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ja-JP" altLang="en-US" sz="405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  <p:sp>
            <p:nvSpPr>
              <p:cNvPr id="83" name="正方形/長方形 8">
                <a:extLst>
                  <a:ext uri="{FF2B5EF4-FFF2-40B4-BE49-F238E27FC236}">
                    <a16:creationId xmlns:a16="http://schemas.microsoft.com/office/drawing/2014/main" id="{B1A90DCB-C748-216C-C30A-348CC0945BE0}"/>
                  </a:ext>
                </a:extLst>
              </p:cNvPr>
              <p:cNvSpPr/>
              <p:nvPr userDrawn="1"/>
            </p:nvSpPr>
            <p:spPr>
              <a:xfrm>
                <a:off x="0" y="1"/>
                <a:ext cx="2635475" cy="230187"/>
              </a:xfrm>
              <a:prstGeom prst="rect">
                <a:avLst/>
              </a:prstGeom>
              <a:solidFill>
                <a:srgbClr val="FFD70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ja-JP" altLang="en-US" sz="405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</p:grpSp>
        <p:sp>
          <p:nvSpPr>
            <p:cNvPr id="77" name="文字方塊 76">
              <a:extLst>
                <a:ext uri="{FF2B5EF4-FFF2-40B4-BE49-F238E27FC236}">
                  <a16:creationId xmlns:a16="http://schemas.microsoft.com/office/drawing/2014/main" id="{96CFCEA7-E670-3C7B-74D0-603B9BEF1453}"/>
                </a:ext>
              </a:extLst>
            </p:cNvPr>
            <p:cNvSpPr txBox="1"/>
            <p:nvPr/>
          </p:nvSpPr>
          <p:spPr>
            <a:xfrm>
              <a:off x="3459371" y="-405"/>
              <a:ext cx="15568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dirty="0">
                  <a:solidFill>
                    <a:srgbClr val="C32C30"/>
                  </a:solidFill>
                  <a:latin typeface="Fanuc Logo1.0" panose="020B0603050302020204" pitchFamily="34" charset="0"/>
                </a:rPr>
                <a:t>FANUC</a:t>
              </a:r>
              <a:endParaRPr lang="zh-TW" altLang="en-US" sz="2400" dirty="0">
                <a:solidFill>
                  <a:srgbClr val="C32C30"/>
                </a:solidFill>
                <a:latin typeface="Fanuc Logo1.0" panose="020B0603050302020204" pitchFamily="34" charset="0"/>
              </a:endParaRPr>
            </a:p>
          </p:txBody>
        </p:sp>
        <p:grpSp>
          <p:nvGrpSpPr>
            <p:cNvPr id="78" name="グループ化 6">
              <a:extLst>
                <a:ext uri="{FF2B5EF4-FFF2-40B4-BE49-F238E27FC236}">
                  <a16:creationId xmlns:a16="http://schemas.microsoft.com/office/drawing/2014/main" id="{00FF81CB-4AAB-D6C2-117B-F4EC1604A2C7}"/>
                </a:ext>
              </a:extLst>
            </p:cNvPr>
            <p:cNvGrpSpPr/>
            <p:nvPr/>
          </p:nvGrpSpPr>
          <p:grpSpPr>
            <a:xfrm rot="10800000">
              <a:off x="3431858" y="3939216"/>
              <a:ext cx="3429000" cy="199268"/>
              <a:chOff x="-1" y="1"/>
              <a:chExt cx="2635476" cy="407563"/>
            </a:xfrm>
            <a:effectLst/>
          </p:grpSpPr>
          <p:sp>
            <p:nvSpPr>
              <p:cNvPr id="80" name="1 つの角を切り取った四角形 7">
                <a:extLst>
                  <a:ext uri="{FF2B5EF4-FFF2-40B4-BE49-F238E27FC236}">
                    <a16:creationId xmlns:a16="http://schemas.microsoft.com/office/drawing/2014/main" id="{E48C4C77-24DD-8EE1-2D12-6EB7A0DF99C4}"/>
                  </a:ext>
                </a:extLst>
              </p:cNvPr>
              <p:cNvSpPr/>
              <p:nvPr userDrawn="1"/>
            </p:nvSpPr>
            <p:spPr>
              <a:xfrm rot="5400000">
                <a:off x="467651" y="-467650"/>
                <a:ext cx="407562" cy="1342865"/>
              </a:xfrm>
              <a:prstGeom prst="snip1Rect">
                <a:avLst>
                  <a:gd name="adj" fmla="val 50000"/>
                </a:avLst>
              </a:prstGeom>
              <a:solidFill>
                <a:srgbClr val="FFD70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ja-JP" altLang="en-US" sz="405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  <p:sp>
            <p:nvSpPr>
              <p:cNvPr id="81" name="正方形/長方形 8">
                <a:extLst>
                  <a:ext uri="{FF2B5EF4-FFF2-40B4-BE49-F238E27FC236}">
                    <a16:creationId xmlns:a16="http://schemas.microsoft.com/office/drawing/2014/main" id="{C73301D5-44E1-8392-DC84-CB29E7DBD4D6}"/>
                  </a:ext>
                </a:extLst>
              </p:cNvPr>
              <p:cNvSpPr/>
              <p:nvPr userDrawn="1"/>
            </p:nvSpPr>
            <p:spPr>
              <a:xfrm>
                <a:off x="0" y="1"/>
                <a:ext cx="2635475" cy="230187"/>
              </a:xfrm>
              <a:prstGeom prst="rect">
                <a:avLst/>
              </a:prstGeom>
              <a:solidFill>
                <a:srgbClr val="FFD70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ja-JP" altLang="en-US" sz="405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</p:grpSp>
      </p:grpSp>
      <p:grpSp>
        <p:nvGrpSpPr>
          <p:cNvPr id="85" name="群組 84">
            <a:extLst>
              <a:ext uri="{FF2B5EF4-FFF2-40B4-BE49-F238E27FC236}">
                <a16:creationId xmlns:a16="http://schemas.microsoft.com/office/drawing/2014/main" id="{9EE0116D-6B56-2B03-785C-21B82B48C3F4}"/>
              </a:ext>
            </a:extLst>
          </p:cNvPr>
          <p:cNvGrpSpPr/>
          <p:nvPr/>
        </p:nvGrpSpPr>
        <p:grpSpPr>
          <a:xfrm>
            <a:off x="-3325" y="-1206"/>
            <a:ext cx="3440100" cy="4139377"/>
            <a:chOff x="3434239" y="-893"/>
            <a:chExt cx="3440100" cy="4139377"/>
          </a:xfrm>
        </p:grpSpPr>
        <p:grpSp>
          <p:nvGrpSpPr>
            <p:cNvPr id="86" name="グループ化 6">
              <a:extLst>
                <a:ext uri="{FF2B5EF4-FFF2-40B4-BE49-F238E27FC236}">
                  <a16:creationId xmlns:a16="http://schemas.microsoft.com/office/drawing/2014/main" id="{4A3A8159-D0B7-B4B0-13D2-C2031FA6FD80}"/>
                </a:ext>
              </a:extLst>
            </p:cNvPr>
            <p:cNvGrpSpPr/>
            <p:nvPr/>
          </p:nvGrpSpPr>
          <p:grpSpPr>
            <a:xfrm>
              <a:off x="3434715" y="-893"/>
              <a:ext cx="3439624" cy="524450"/>
              <a:chOff x="-3655" y="1"/>
              <a:chExt cx="2639130" cy="407563"/>
            </a:xfrm>
            <a:effectLst/>
          </p:grpSpPr>
          <p:sp>
            <p:nvSpPr>
              <p:cNvPr id="92" name="1 つの角を切り取った四角形 7">
                <a:extLst>
                  <a:ext uri="{FF2B5EF4-FFF2-40B4-BE49-F238E27FC236}">
                    <a16:creationId xmlns:a16="http://schemas.microsoft.com/office/drawing/2014/main" id="{30124265-F4E7-716B-877C-E7C8184BB8D8}"/>
                  </a:ext>
                </a:extLst>
              </p:cNvPr>
              <p:cNvSpPr/>
              <p:nvPr userDrawn="1"/>
            </p:nvSpPr>
            <p:spPr>
              <a:xfrm rot="5400000">
                <a:off x="463997" y="-467650"/>
                <a:ext cx="407562" cy="1342865"/>
              </a:xfrm>
              <a:prstGeom prst="snip1Rect">
                <a:avLst>
                  <a:gd name="adj" fmla="val 50000"/>
                </a:avLst>
              </a:prstGeom>
              <a:solidFill>
                <a:srgbClr val="FFD70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ja-JP" altLang="en-US" sz="405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  <p:sp>
            <p:nvSpPr>
              <p:cNvPr id="93" name="正方形/長方形 8">
                <a:extLst>
                  <a:ext uri="{FF2B5EF4-FFF2-40B4-BE49-F238E27FC236}">
                    <a16:creationId xmlns:a16="http://schemas.microsoft.com/office/drawing/2014/main" id="{3AD81DAE-0235-87C4-6B54-12659C0D4538}"/>
                  </a:ext>
                </a:extLst>
              </p:cNvPr>
              <p:cNvSpPr/>
              <p:nvPr userDrawn="1"/>
            </p:nvSpPr>
            <p:spPr>
              <a:xfrm>
                <a:off x="0" y="1"/>
                <a:ext cx="2635475" cy="230187"/>
              </a:xfrm>
              <a:prstGeom prst="rect">
                <a:avLst/>
              </a:prstGeom>
              <a:solidFill>
                <a:srgbClr val="FFD70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ja-JP" altLang="en-US" sz="405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</p:grpSp>
        <p:sp>
          <p:nvSpPr>
            <p:cNvPr id="87" name="文字方塊 86">
              <a:extLst>
                <a:ext uri="{FF2B5EF4-FFF2-40B4-BE49-F238E27FC236}">
                  <a16:creationId xmlns:a16="http://schemas.microsoft.com/office/drawing/2014/main" id="{9A24C255-FDB2-C017-A7F5-8DE70433867C}"/>
                </a:ext>
              </a:extLst>
            </p:cNvPr>
            <p:cNvSpPr txBox="1"/>
            <p:nvPr/>
          </p:nvSpPr>
          <p:spPr>
            <a:xfrm>
              <a:off x="3459371" y="-405"/>
              <a:ext cx="15568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dirty="0">
                  <a:solidFill>
                    <a:srgbClr val="C32C30"/>
                  </a:solidFill>
                  <a:latin typeface="Fanuc Logo1.0" panose="020B0603050302020204" pitchFamily="34" charset="0"/>
                </a:rPr>
                <a:t>FANUC</a:t>
              </a:r>
              <a:endParaRPr lang="zh-TW" altLang="en-US" sz="2400" dirty="0">
                <a:solidFill>
                  <a:srgbClr val="C32C30"/>
                </a:solidFill>
                <a:latin typeface="Fanuc Logo1.0" panose="020B0603050302020204" pitchFamily="34" charset="0"/>
              </a:endParaRPr>
            </a:p>
          </p:txBody>
        </p:sp>
        <p:grpSp>
          <p:nvGrpSpPr>
            <p:cNvPr id="88" name="グループ化 6">
              <a:extLst>
                <a:ext uri="{FF2B5EF4-FFF2-40B4-BE49-F238E27FC236}">
                  <a16:creationId xmlns:a16="http://schemas.microsoft.com/office/drawing/2014/main" id="{6150A7C6-43C4-7051-F2EF-7665C4B78FC0}"/>
                </a:ext>
              </a:extLst>
            </p:cNvPr>
            <p:cNvGrpSpPr/>
            <p:nvPr/>
          </p:nvGrpSpPr>
          <p:grpSpPr>
            <a:xfrm rot="10800000">
              <a:off x="3434239" y="3939216"/>
              <a:ext cx="3431380" cy="199268"/>
              <a:chOff x="-3660" y="-1"/>
              <a:chExt cx="2637305" cy="407563"/>
            </a:xfrm>
            <a:effectLst/>
          </p:grpSpPr>
          <p:sp>
            <p:nvSpPr>
              <p:cNvPr id="90" name="1 つの角を切り取った四角形 7">
                <a:extLst>
                  <a:ext uri="{FF2B5EF4-FFF2-40B4-BE49-F238E27FC236}">
                    <a16:creationId xmlns:a16="http://schemas.microsoft.com/office/drawing/2014/main" id="{31CE4ED0-0137-F9B4-C73E-D73AC44D77D6}"/>
                  </a:ext>
                </a:extLst>
              </p:cNvPr>
              <p:cNvSpPr/>
              <p:nvPr userDrawn="1"/>
            </p:nvSpPr>
            <p:spPr>
              <a:xfrm rot="5400000">
                <a:off x="463991" y="-467652"/>
                <a:ext cx="407563" cy="1342865"/>
              </a:xfrm>
              <a:prstGeom prst="snip1Rect">
                <a:avLst>
                  <a:gd name="adj" fmla="val 50000"/>
                </a:avLst>
              </a:prstGeom>
              <a:solidFill>
                <a:srgbClr val="FFD70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ja-JP" altLang="en-US" sz="405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  <p:sp>
            <p:nvSpPr>
              <p:cNvPr id="91" name="正方形/長方形 8">
                <a:extLst>
                  <a:ext uri="{FF2B5EF4-FFF2-40B4-BE49-F238E27FC236}">
                    <a16:creationId xmlns:a16="http://schemas.microsoft.com/office/drawing/2014/main" id="{8771F222-998C-AB79-9350-E141E0064842}"/>
                  </a:ext>
                </a:extLst>
              </p:cNvPr>
              <p:cNvSpPr/>
              <p:nvPr userDrawn="1"/>
            </p:nvSpPr>
            <p:spPr>
              <a:xfrm>
                <a:off x="-1830" y="0"/>
                <a:ext cx="2635475" cy="230186"/>
              </a:xfrm>
              <a:prstGeom prst="rect">
                <a:avLst/>
              </a:prstGeom>
              <a:solidFill>
                <a:srgbClr val="FFD70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ja-JP" altLang="en-US" sz="405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</p:grpSp>
      </p:grpSp>
      <p:grpSp>
        <p:nvGrpSpPr>
          <p:cNvPr id="95" name="群組 94">
            <a:extLst>
              <a:ext uri="{FF2B5EF4-FFF2-40B4-BE49-F238E27FC236}">
                <a16:creationId xmlns:a16="http://schemas.microsoft.com/office/drawing/2014/main" id="{9A351EC7-D6AE-3B5D-94DC-E9E75F39C7FE}"/>
              </a:ext>
            </a:extLst>
          </p:cNvPr>
          <p:cNvGrpSpPr/>
          <p:nvPr/>
        </p:nvGrpSpPr>
        <p:grpSpPr>
          <a:xfrm>
            <a:off x="-5545" y="4141660"/>
            <a:ext cx="3439624" cy="4139377"/>
            <a:chOff x="3434715" y="-893"/>
            <a:chExt cx="3439624" cy="4139377"/>
          </a:xfrm>
        </p:grpSpPr>
        <p:grpSp>
          <p:nvGrpSpPr>
            <p:cNvPr id="96" name="グループ化 6">
              <a:extLst>
                <a:ext uri="{FF2B5EF4-FFF2-40B4-BE49-F238E27FC236}">
                  <a16:creationId xmlns:a16="http://schemas.microsoft.com/office/drawing/2014/main" id="{A382D2F8-BA77-D227-B1DD-024CE00CF9CE}"/>
                </a:ext>
              </a:extLst>
            </p:cNvPr>
            <p:cNvGrpSpPr/>
            <p:nvPr/>
          </p:nvGrpSpPr>
          <p:grpSpPr>
            <a:xfrm>
              <a:off x="3434715" y="-893"/>
              <a:ext cx="3439624" cy="524450"/>
              <a:chOff x="-3655" y="1"/>
              <a:chExt cx="2639130" cy="407563"/>
            </a:xfrm>
            <a:effectLst/>
          </p:grpSpPr>
          <p:sp>
            <p:nvSpPr>
              <p:cNvPr id="102" name="1 つの角を切り取った四角形 7">
                <a:extLst>
                  <a:ext uri="{FF2B5EF4-FFF2-40B4-BE49-F238E27FC236}">
                    <a16:creationId xmlns:a16="http://schemas.microsoft.com/office/drawing/2014/main" id="{CEC0642A-8109-479C-5127-CCFB0700C80D}"/>
                  </a:ext>
                </a:extLst>
              </p:cNvPr>
              <p:cNvSpPr/>
              <p:nvPr userDrawn="1"/>
            </p:nvSpPr>
            <p:spPr>
              <a:xfrm rot="5400000">
                <a:off x="463997" y="-467650"/>
                <a:ext cx="407562" cy="1342865"/>
              </a:xfrm>
              <a:prstGeom prst="snip1Rect">
                <a:avLst>
                  <a:gd name="adj" fmla="val 50000"/>
                </a:avLst>
              </a:prstGeom>
              <a:solidFill>
                <a:srgbClr val="FFD70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ja-JP" altLang="en-US" sz="405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  <p:sp>
            <p:nvSpPr>
              <p:cNvPr id="103" name="正方形/長方形 8">
                <a:extLst>
                  <a:ext uri="{FF2B5EF4-FFF2-40B4-BE49-F238E27FC236}">
                    <a16:creationId xmlns:a16="http://schemas.microsoft.com/office/drawing/2014/main" id="{4621BFCE-0C69-4204-C411-A134178131B7}"/>
                  </a:ext>
                </a:extLst>
              </p:cNvPr>
              <p:cNvSpPr/>
              <p:nvPr userDrawn="1"/>
            </p:nvSpPr>
            <p:spPr>
              <a:xfrm>
                <a:off x="0" y="1"/>
                <a:ext cx="2635475" cy="230187"/>
              </a:xfrm>
              <a:prstGeom prst="rect">
                <a:avLst/>
              </a:prstGeom>
              <a:solidFill>
                <a:srgbClr val="FFD70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ja-JP" altLang="en-US" sz="405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</p:grpSp>
        <p:sp>
          <p:nvSpPr>
            <p:cNvPr id="97" name="文字方塊 96">
              <a:extLst>
                <a:ext uri="{FF2B5EF4-FFF2-40B4-BE49-F238E27FC236}">
                  <a16:creationId xmlns:a16="http://schemas.microsoft.com/office/drawing/2014/main" id="{D54E39BC-9BE3-9B7D-48A0-592ED7492624}"/>
                </a:ext>
              </a:extLst>
            </p:cNvPr>
            <p:cNvSpPr txBox="1"/>
            <p:nvPr/>
          </p:nvSpPr>
          <p:spPr>
            <a:xfrm>
              <a:off x="3459371" y="-405"/>
              <a:ext cx="155683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 dirty="0">
                  <a:solidFill>
                    <a:srgbClr val="C32C30"/>
                  </a:solidFill>
                  <a:latin typeface="Fanuc Logo1.0" panose="020B0603050302020204" pitchFamily="34" charset="0"/>
                </a:rPr>
                <a:t>FANUC</a:t>
              </a:r>
              <a:endParaRPr lang="zh-TW" altLang="en-US" sz="2400" dirty="0">
                <a:solidFill>
                  <a:srgbClr val="C32C30"/>
                </a:solidFill>
                <a:latin typeface="Fanuc Logo1.0" panose="020B0603050302020204" pitchFamily="34" charset="0"/>
              </a:endParaRPr>
            </a:p>
          </p:txBody>
        </p:sp>
        <p:grpSp>
          <p:nvGrpSpPr>
            <p:cNvPr id="98" name="グループ化 6">
              <a:extLst>
                <a:ext uri="{FF2B5EF4-FFF2-40B4-BE49-F238E27FC236}">
                  <a16:creationId xmlns:a16="http://schemas.microsoft.com/office/drawing/2014/main" id="{F4A5D6AA-6274-C0F5-F772-33E41AA20594}"/>
                </a:ext>
              </a:extLst>
            </p:cNvPr>
            <p:cNvGrpSpPr/>
            <p:nvPr/>
          </p:nvGrpSpPr>
          <p:grpSpPr>
            <a:xfrm rot="10800000">
              <a:off x="3441383" y="3939216"/>
              <a:ext cx="3429001" cy="199268"/>
              <a:chOff x="-7322" y="-1"/>
              <a:chExt cx="2635477" cy="407563"/>
            </a:xfrm>
            <a:effectLst/>
          </p:grpSpPr>
          <p:sp>
            <p:nvSpPr>
              <p:cNvPr id="100" name="1 つの角を切り取った四角形 7">
                <a:extLst>
                  <a:ext uri="{FF2B5EF4-FFF2-40B4-BE49-F238E27FC236}">
                    <a16:creationId xmlns:a16="http://schemas.microsoft.com/office/drawing/2014/main" id="{3A17316E-214E-D9E2-C132-5BF89628BDFA}"/>
                  </a:ext>
                </a:extLst>
              </p:cNvPr>
              <p:cNvSpPr/>
              <p:nvPr userDrawn="1"/>
            </p:nvSpPr>
            <p:spPr>
              <a:xfrm rot="5400000">
                <a:off x="460329" y="-467652"/>
                <a:ext cx="407563" cy="1342865"/>
              </a:xfrm>
              <a:prstGeom prst="snip1Rect">
                <a:avLst>
                  <a:gd name="adj" fmla="val 50000"/>
                </a:avLst>
              </a:prstGeom>
              <a:solidFill>
                <a:srgbClr val="FFD70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ja-JP" altLang="en-US" sz="405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  <p:sp>
            <p:nvSpPr>
              <p:cNvPr id="101" name="正方形/長方形 8">
                <a:extLst>
                  <a:ext uri="{FF2B5EF4-FFF2-40B4-BE49-F238E27FC236}">
                    <a16:creationId xmlns:a16="http://schemas.microsoft.com/office/drawing/2014/main" id="{12EE1D40-94A2-EAA5-977D-42EAF074DE19}"/>
                  </a:ext>
                </a:extLst>
              </p:cNvPr>
              <p:cNvSpPr/>
              <p:nvPr userDrawn="1"/>
            </p:nvSpPr>
            <p:spPr>
              <a:xfrm>
                <a:off x="-7320" y="1"/>
                <a:ext cx="2635475" cy="230186"/>
              </a:xfrm>
              <a:prstGeom prst="rect">
                <a:avLst/>
              </a:prstGeom>
              <a:solidFill>
                <a:srgbClr val="FFD70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ja-JP" altLang="en-US" sz="4050" dirty="0"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endParaRPr>
              </a:p>
            </p:txBody>
          </p:sp>
        </p:grpSp>
      </p:grp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46649A92-3134-1773-3B7C-FC5B51152425}"/>
              </a:ext>
            </a:extLst>
          </p:cNvPr>
          <p:cNvCxnSpPr/>
          <p:nvPr/>
        </p:nvCxnSpPr>
        <p:spPr>
          <a:xfrm flipV="1">
            <a:off x="3429000" y="0"/>
            <a:ext cx="0" cy="990600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43E81109-DE6B-A272-0665-33DEAD72DE12}"/>
              </a:ext>
            </a:extLst>
          </p:cNvPr>
          <p:cNvCxnSpPr/>
          <p:nvPr/>
        </p:nvCxnSpPr>
        <p:spPr>
          <a:xfrm>
            <a:off x="0" y="4137660"/>
            <a:ext cx="685800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05FEEF57-A4F7-E80E-639A-27B5A8628D34}"/>
              </a:ext>
            </a:extLst>
          </p:cNvPr>
          <p:cNvCxnSpPr/>
          <p:nvPr/>
        </p:nvCxnSpPr>
        <p:spPr>
          <a:xfrm>
            <a:off x="7620" y="8275320"/>
            <a:ext cx="685800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DC8EDC33-3F68-BDD3-115B-32586E54DACB}"/>
              </a:ext>
            </a:extLst>
          </p:cNvPr>
          <p:cNvSpPr/>
          <p:nvPr/>
        </p:nvSpPr>
        <p:spPr>
          <a:xfrm>
            <a:off x="38100" y="1343128"/>
            <a:ext cx="3371850" cy="4724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展示機詳細資訊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29CB35C-D98A-BBDA-B3FD-E764B02839C3}"/>
              </a:ext>
            </a:extLst>
          </p:cNvPr>
          <p:cNvSpPr/>
          <p:nvPr/>
        </p:nvSpPr>
        <p:spPr>
          <a:xfrm>
            <a:off x="3447860" y="821634"/>
            <a:ext cx="3371850" cy="4724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400" b="1" dirty="0">
                <a:solidFill>
                  <a:schemeClr val="tx1"/>
                </a:solidFill>
                <a:latin typeface="Fanuc Logo1.0" panose="020B0603050302020204" pitchFamily="34" charset="0"/>
                <a:ea typeface="微軟正黑體" panose="020B0604030504040204" pitchFamily="34" charset="-120"/>
              </a:rPr>
              <a:t>透過開放式平台</a:t>
            </a:r>
            <a:endParaRPr lang="en-US" altLang="zh-TW" sz="2400" b="1" dirty="0">
              <a:solidFill>
                <a:schemeClr val="tx1"/>
              </a:solidFill>
              <a:latin typeface="Fanuc Logo1.0" panose="020B0603050302020204" pitchFamily="34" charset="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400" b="1" dirty="0">
                <a:solidFill>
                  <a:schemeClr val="tx1"/>
                </a:solidFill>
                <a:latin typeface="Fanuc Logo1.0" panose="020B0603050302020204" pitchFamily="34" charset="0"/>
                <a:ea typeface="微軟正黑體" panose="020B0604030504040204" pitchFamily="34" charset="-120"/>
              </a:rPr>
              <a:t>加速實體</a:t>
            </a:r>
            <a:r>
              <a:rPr lang="en-US" altLang="zh-TW" sz="2400" b="1" dirty="0">
                <a:solidFill>
                  <a:schemeClr val="tx1"/>
                </a:solidFill>
                <a:latin typeface="Fanuc Logo1.0" panose="020B0603050302020204" pitchFamily="34" charset="0"/>
                <a:ea typeface="微軟正黑體" panose="020B0604030504040204" pitchFamily="34" charset="-120"/>
              </a:rPr>
              <a:t>AI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2FCF33F-2A94-EEF4-D0B5-C4296AD8C7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82514" y="1910344"/>
            <a:ext cx="1800000" cy="180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94DB9421-B46F-BEA1-2802-B088E4D0373E}"/>
              </a:ext>
            </a:extLst>
          </p:cNvPr>
          <p:cNvSpPr/>
          <p:nvPr/>
        </p:nvSpPr>
        <p:spPr>
          <a:xfrm>
            <a:off x="3470984" y="1350090"/>
            <a:ext cx="3371850" cy="4724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展示機詳細資訊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0AA98A1-EAA2-0731-8528-ED0C82D78EBA}"/>
              </a:ext>
            </a:extLst>
          </p:cNvPr>
          <p:cNvSpPr/>
          <p:nvPr/>
        </p:nvSpPr>
        <p:spPr>
          <a:xfrm>
            <a:off x="33420" y="4929894"/>
            <a:ext cx="3371850" cy="4724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>
                <a:solidFill>
                  <a:schemeClr val="tx1"/>
                </a:solidFill>
                <a:latin typeface="Fanuc Logo1.0" panose="020B0603050302020204" pitchFamily="34" charset="0"/>
                <a:ea typeface="微軟正黑體" panose="020B0604030504040204" pitchFamily="34" charset="-120"/>
              </a:rPr>
              <a:t>ZDT</a:t>
            </a:r>
          </a:p>
          <a:p>
            <a:pPr algn="ctr"/>
            <a:r>
              <a:rPr lang="zh-TW" altLang="en-US" sz="2400" b="1" dirty="0">
                <a:solidFill>
                  <a:schemeClr val="tx1"/>
                </a:solidFill>
                <a:latin typeface="Fanuc Logo1.0" panose="020B0603050302020204" pitchFamily="34" charset="0"/>
                <a:ea typeface="微軟正黑體" panose="020B0604030504040204" pitchFamily="34" charset="-120"/>
              </a:rPr>
              <a:t>零停機時間系統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DE6063BF-E794-EDA4-AEFF-12DCD55083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5287" y="6042411"/>
            <a:ext cx="1800000" cy="180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74836F36-A6DE-C0E5-C086-9EFAD83025E8}"/>
              </a:ext>
            </a:extLst>
          </p:cNvPr>
          <p:cNvSpPr/>
          <p:nvPr/>
        </p:nvSpPr>
        <p:spPr>
          <a:xfrm>
            <a:off x="39361" y="5475195"/>
            <a:ext cx="3371850" cy="4724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展示機詳細資訊</a:t>
            </a: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C337BDC1-A93A-2F5D-540A-89B51933FB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83775" y="6042411"/>
            <a:ext cx="1800000" cy="180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E40D7AE4-2741-6C8F-B047-0A6B91875826}"/>
              </a:ext>
            </a:extLst>
          </p:cNvPr>
          <p:cNvSpPr/>
          <p:nvPr/>
        </p:nvSpPr>
        <p:spPr>
          <a:xfrm>
            <a:off x="3472245" y="5482157"/>
            <a:ext cx="3371850" cy="4724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展示機詳細資訊</a:t>
            </a: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F5969525-1821-EB4F-F6BE-CCB5A02A59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5140" y="4817991"/>
            <a:ext cx="2734747" cy="734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123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5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0D66BBF-A31E-45BC-85A8-246A86C4FE5A}">
  <we:reference id="wa104051163" version="1.2.0.3" store="zh-TW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313</TotalTime>
  <Words>120</Words>
  <Application>Microsoft Office PowerPoint</Application>
  <PresentationFormat>A4 紙張 (210x297 公釐)</PresentationFormat>
  <Paragraphs>40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11" baseType="lpstr">
      <vt:lpstr>Meiryo UI</vt:lpstr>
      <vt:lpstr>微軟正黑體</vt:lpstr>
      <vt:lpstr>Arial</vt:lpstr>
      <vt:lpstr>Arial Black</vt:lpstr>
      <vt:lpstr>Calibri</vt:lpstr>
      <vt:lpstr>Calibri Light</vt:lpstr>
      <vt:lpstr>Fanuc Logo1.0</vt:lpstr>
      <vt:lpstr>Office 佈景主題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lee.shaochun</dc:creator>
  <cp:lastModifiedBy>(    R營技)  李少鈞</cp:lastModifiedBy>
  <cp:revision>31</cp:revision>
  <dcterms:created xsi:type="dcterms:W3CDTF">2024-03-22T06:16:29Z</dcterms:created>
  <dcterms:modified xsi:type="dcterms:W3CDTF">2026-03-23T08:10:33Z</dcterms:modified>
</cp:coreProperties>
</file>